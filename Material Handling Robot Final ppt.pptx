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1"/>
  </p:sldMasterIdLst>
  <p:notesMasterIdLst>
    <p:notesMasterId r:id="rId19"/>
  </p:notesMasterIdLst>
  <p:sldIdLst>
    <p:sldId id="256" r:id="rId2"/>
    <p:sldId id="266" r:id="rId3"/>
    <p:sldId id="267" r:id="rId4"/>
    <p:sldId id="268" r:id="rId5"/>
    <p:sldId id="284" r:id="rId6"/>
    <p:sldId id="285" r:id="rId7"/>
    <p:sldId id="286" r:id="rId8"/>
    <p:sldId id="269" r:id="rId9"/>
    <p:sldId id="273" r:id="rId10"/>
    <p:sldId id="270" r:id="rId11"/>
    <p:sldId id="283" r:id="rId12"/>
    <p:sldId id="274" r:id="rId13"/>
    <p:sldId id="279" r:id="rId14"/>
    <p:sldId id="278" r:id="rId15"/>
    <p:sldId id="280" r:id="rId16"/>
    <p:sldId id="282"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96E7D8-D5D5-75D2-B749-DEC00806A2F6}" v="85" dt="2024-04-29T12:39:28.939"/>
    <p1510:client id="{9B616922-C469-00C8-40BA-5CD0FCD4B7A1}" v="484" dt="2024-04-29T07:17:05.010"/>
    <p1510:client id="{FD4DFBC3-0CCD-710A-C17A-404D8BD24283}" v="7" dt="2024-04-29T09:24:47.1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09" autoAdjust="0"/>
    <p:restoredTop sz="94660"/>
  </p:normalViewPr>
  <p:slideViewPr>
    <p:cSldViewPr snapToGrid="0">
      <p:cViewPr varScale="1">
        <p:scale>
          <a:sx n="71" d="100"/>
          <a:sy n="71" d="100"/>
        </p:scale>
        <p:origin x="66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6010520102_SY_ZACK AMOD JAYWANT RADHIKA" userId="S::amod.zack@somaiya.edu::b41d1ce8-c5b8-4e68-bf0f-2fe1404d7832" providerId="AD" clId="Web-{609CE763-4606-DABA-7A19-19C93207C00E}"/>
    <pc:docChg chg="delSld modSld addMainMaster delMainMaster">
      <pc:chgData name="16010520102_SY_ZACK AMOD JAYWANT RADHIKA" userId="S::amod.zack@somaiya.edu::b41d1ce8-c5b8-4e68-bf0f-2fe1404d7832" providerId="AD" clId="Web-{609CE763-4606-DABA-7A19-19C93207C00E}" dt="2024-04-26T17:45:27.274" v="10"/>
      <pc:docMkLst>
        <pc:docMk/>
      </pc:docMkLst>
      <pc:sldChg chg="addSp delSp modSp mod setBg modClrScheme chgLayout">
        <pc:chgData name="16010520102_SY_ZACK AMOD JAYWANT RADHIKA" userId="S::amod.zack@somaiya.edu::b41d1ce8-c5b8-4e68-bf0f-2fe1404d7832" providerId="AD" clId="Web-{609CE763-4606-DABA-7A19-19C93207C00E}" dt="2024-04-26T17:44:28.179" v="6"/>
        <pc:sldMkLst>
          <pc:docMk/>
          <pc:sldMk cId="1834385884" sldId="256"/>
        </pc:sldMkLst>
        <pc:spChg chg="mod ord">
          <ac:chgData name="16010520102_SY_ZACK AMOD JAYWANT RADHIKA" userId="S::amod.zack@somaiya.edu::b41d1ce8-c5b8-4e68-bf0f-2fe1404d7832" providerId="AD" clId="Web-{609CE763-4606-DABA-7A19-19C93207C00E}" dt="2024-04-26T17:44:15.570" v="4" actId="14100"/>
          <ac:spMkLst>
            <pc:docMk/>
            <pc:sldMk cId="1834385884" sldId="256"/>
            <ac:spMk id="2" creationId="{991071BD-273A-1734-29BC-72E71470620C}"/>
          </ac:spMkLst>
        </pc:spChg>
        <pc:spChg chg="mod ord">
          <ac:chgData name="16010520102_SY_ZACK AMOD JAYWANT RADHIKA" userId="S::amod.zack@somaiya.edu::b41d1ce8-c5b8-4e68-bf0f-2fe1404d7832" providerId="AD" clId="Web-{609CE763-4606-DABA-7A19-19C93207C00E}" dt="2024-04-26T17:44:18.523" v="5" actId="20577"/>
          <ac:spMkLst>
            <pc:docMk/>
            <pc:sldMk cId="1834385884" sldId="256"/>
            <ac:spMk id="6" creationId="{1E430F4D-804B-2705-CA82-2CC6967A6EA5}"/>
          </ac:spMkLst>
        </pc:spChg>
        <pc:spChg chg="add">
          <ac:chgData name="16010520102_SY_ZACK AMOD JAYWANT RADHIKA" userId="S::amod.zack@somaiya.edu::b41d1ce8-c5b8-4e68-bf0f-2fe1404d7832" providerId="AD" clId="Web-{609CE763-4606-DABA-7A19-19C93207C00E}" dt="2024-04-26T17:43:50.007" v="1"/>
          <ac:spMkLst>
            <pc:docMk/>
            <pc:sldMk cId="1834385884" sldId="256"/>
            <ac:spMk id="11" creationId="{B712E947-0734-45F9-9C4F-41114EC3A33E}"/>
          </ac:spMkLst>
        </pc:spChg>
        <pc:spChg chg="add">
          <ac:chgData name="16010520102_SY_ZACK AMOD JAYWANT RADHIKA" userId="S::amod.zack@somaiya.edu::b41d1ce8-c5b8-4e68-bf0f-2fe1404d7832" providerId="AD" clId="Web-{609CE763-4606-DABA-7A19-19C93207C00E}" dt="2024-04-26T17:43:50.007" v="1"/>
          <ac:spMkLst>
            <pc:docMk/>
            <pc:sldMk cId="1834385884" sldId="256"/>
            <ac:spMk id="13" creationId="{5A65989E-BBD5-44D7-AA86-7AFD5D46BBC0}"/>
          </ac:spMkLst>
        </pc:spChg>
        <pc:spChg chg="add">
          <ac:chgData name="16010520102_SY_ZACK AMOD JAYWANT RADHIKA" userId="S::amod.zack@somaiya.edu::b41d1ce8-c5b8-4e68-bf0f-2fe1404d7832" providerId="AD" clId="Web-{609CE763-4606-DABA-7A19-19C93207C00E}" dt="2024-04-26T17:43:50.007" v="1"/>
          <ac:spMkLst>
            <pc:docMk/>
            <pc:sldMk cId="1834385884" sldId="256"/>
            <ac:spMk id="15" creationId="{231A2881-D8D7-4A7D-ACA3-E9F849F853D8}"/>
          </ac:spMkLst>
        </pc:spChg>
        <pc:picChg chg="del mod">
          <ac:chgData name="16010520102_SY_ZACK AMOD JAYWANT RADHIKA" userId="S::amod.zack@somaiya.edu::b41d1ce8-c5b8-4e68-bf0f-2fe1404d7832" providerId="AD" clId="Web-{609CE763-4606-DABA-7A19-19C93207C00E}" dt="2024-04-26T17:44:28.179" v="6"/>
          <ac:picMkLst>
            <pc:docMk/>
            <pc:sldMk cId="1834385884" sldId="256"/>
            <ac:picMk id="3" creationId="{D116406C-89BD-49E3-4A15-FED13F139C15}"/>
          </ac:picMkLst>
        </pc:picChg>
        <pc:picChg chg="mod">
          <ac:chgData name="16010520102_SY_ZACK AMOD JAYWANT RADHIKA" userId="S::amod.zack@somaiya.edu::b41d1ce8-c5b8-4e68-bf0f-2fe1404d7832" providerId="AD" clId="Web-{609CE763-4606-DABA-7A19-19C93207C00E}" dt="2024-04-26T17:43:58.366" v="2" actId="1076"/>
          <ac:picMkLst>
            <pc:docMk/>
            <pc:sldMk cId="1834385884" sldId="256"/>
            <ac:picMk id="4" creationId="{72ED4859-F0E3-BAE1-ADD3-0FA19C6359C3}"/>
          </ac:picMkLst>
        </pc:picChg>
        <pc:picChg chg="ord">
          <ac:chgData name="16010520102_SY_ZACK AMOD JAYWANT RADHIKA" userId="S::amod.zack@somaiya.edu::b41d1ce8-c5b8-4e68-bf0f-2fe1404d7832" providerId="AD" clId="Web-{609CE763-4606-DABA-7A19-19C93207C00E}" dt="2024-04-26T17:43:50.007" v="1"/>
          <ac:picMkLst>
            <pc:docMk/>
            <pc:sldMk cId="1834385884" sldId="256"/>
            <ac:picMk id="5" creationId="{8E95EF31-2D5C-110E-607D-414852FA2DF1}"/>
          </ac:picMkLst>
        </pc:picChg>
      </pc:sldChg>
      <pc:sldChg chg="modSp del mod modClrScheme chgLayout">
        <pc:chgData name="16010520102_SY_ZACK AMOD JAYWANT RADHIKA" userId="S::amod.zack@somaiya.edu::b41d1ce8-c5b8-4e68-bf0f-2fe1404d7832" providerId="AD" clId="Web-{609CE763-4606-DABA-7A19-19C93207C00E}" dt="2024-04-26T17:45:02.133" v="9"/>
        <pc:sldMkLst>
          <pc:docMk/>
          <pc:sldMk cId="573417850" sldId="257"/>
        </pc:sldMkLst>
        <pc:spChg chg="mod ord">
          <ac:chgData name="16010520102_SY_ZACK AMOD JAYWANT RADHIKA" userId="S::amod.zack@somaiya.edu::b41d1ce8-c5b8-4e68-bf0f-2fe1404d7832" providerId="AD" clId="Web-{609CE763-4606-DABA-7A19-19C93207C00E}" dt="2024-04-26T17:43:37.460" v="0"/>
          <ac:spMkLst>
            <pc:docMk/>
            <pc:sldMk cId="573417850" sldId="257"/>
            <ac:spMk id="2" creationId="{A2A95B3B-226A-1C87-372C-6AE3F4B06CCE}"/>
          </ac:spMkLst>
        </pc:spChg>
        <pc:picChg chg="mod ord">
          <ac:chgData name="16010520102_SY_ZACK AMOD JAYWANT RADHIKA" userId="S::amod.zack@somaiya.edu::b41d1ce8-c5b8-4e68-bf0f-2fe1404d7832" providerId="AD" clId="Web-{609CE763-4606-DABA-7A19-19C93207C00E}" dt="2024-04-26T17:43:37.460" v="0"/>
          <ac:picMkLst>
            <pc:docMk/>
            <pc:sldMk cId="573417850" sldId="257"/>
            <ac:picMk id="6" creationId="{A52B470F-4830-9CB5-89EA-A4C24D482DCF}"/>
          </ac:picMkLst>
        </pc:picChg>
      </pc:sldChg>
      <pc:sldChg chg="delSp modSp mod modClrScheme chgLayout">
        <pc:chgData name="16010520102_SY_ZACK AMOD JAYWANT RADHIKA" userId="S::amod.zack@somaiya.edu::b41d1ce8-c5b8-4e68-bf0f-2fe1404d7832" providerId="AD" clId="Web-{609CE763-4606-DABA-7A19-19C93207C00E}" dt="2024-04-26T17:44:57.867" v="7"/>
        <pc:sldMkLst>
          <pc:docMk/>
          <pc:sldMk cId="3752511124" sldId="266"/>
        </pc:sldMkLst>
        <pc:spChg chg="mod ord">
          <ac:chgData name="16010520102_SY_ZACK AMOD JAYWANT RADHIKA" userId="S::amod.zack@somaiya.edu::b41d1ce8-c5b8-4e68-bf0f-2fe1404d7832" providerId="AD" clId="Web-{609CE763-4606-DABA-7A19-19C93207C00E}" dt="2024-04-26T17:43:37.460" v="0"/>
          <ac:spMkLst>
            <pc:docMk/>
            <pc:sldMk cId="3752511124" sldId="266"/>
            <ac:spMk id="2" creationId="{D07F511E-6EED-CB98-6E63-0766DA0F70BC}"/>
          </ac:spMkLst>
        </pc:spChg>
        <pc:spChg chg="mod ord">
          <ac:chgData name="16010520102_SY_ZACK AMOD JAYWANT RADHIKA" userId="S::amod.zack@somaiya.edu::b41d1ce8-c5b8-4e68-bf0f-2fe1404d7832" providerId="AD" clId="Web-{609CE763-4606-DABA-7A19-19C93207C00E}" dt="2024-04-26T17:43:37.460" v="0"/>
          <ac:spMkLst>
            <pc:docMk/>
            <pc:sldMk cId="3752511124" sldId="266"/>
            <ac:spMk id="3" creationId="{8A4999C0-8A42-D544-FF28-8833CBC1813B}"/>
          </ac:spMkLst>
        </pc:spChg>
        <pc:picChg chg="del">
          <ac:chgData name="16010520102_SY_ZACK AMOD JAYWANT RADHIKA" userId="S::amod.zack@somaiya.edu::b41d1ce8-c5b8-4e68-bf0f-2fe1404d7832" providerId="AD" clId="Web-{609CE763-4606-DABA-7A19-19C93207C00E}" dt="2024-04-26T17:44:57.867" v="7"/>
          <ac:picMkLst>
            <pc:docMk/>
            <pc:sldMk cId="3752511124" sldId="266"/>
            <ac:picMk id="4" creationId="{1AD3C0A0-7FD2-63A2-C6E7-7FC64B7AE2B7}"/>
          </ac:picMkLst>
        </pc:picChg>
      </pc:sldChg>
      <pc:sldChg chg="delSp modSp mod modClrScheme chgLayout">
        <pc:chgData name="16010520102_SY_ZACK AMOD JAYWANT RADHIKA" userId="S::amod.zack@somaiya.edu::b41d1ce8-c5b8-4e68-bf0f-2fe1404d7832" providerId="AD" clId="Web-{609CE763-4606-DABA-7A19-19C93207C00E}" dt="2024-04-26T17:44:57.898" v="8"/>
        <pc:sldMkLst>
          <pc:docMk/>
          <pc:sldMk cId="1049811307" sldId="267"/>
        </pc:sldMkLst>
        <pc:spChg chg="mod ord">
          <ac:chgData name="16010520102_SY_ZACK AMOD JAYWANT RADHIKA" userId="S::amod.zack@somaiya.edu::b41d1ce8-c5b8-4e68-bf0f-2fe1404d7832" providerId="AD" clId="Web-{609CE763-4606-DABA-7A19-19C93207C00E}" dt="2024-04-26T17:43:37.460" v="0"/>
          <ac:spMkLst>
            <pc:docMk/>
            <pc:sldMk cId="1049811307" sldId="267"/>
            <ac:spMk id="2" creationId="{43B48F4F-1EF9-75CE-4EC1-C496193EEF01}"/>
          </ac:spMkLst>
        </pc:spChg>
        <pc:spChg chg="mod ord">
          <ac:chgData name="16010520102_SY_ZACK AMOD JAYWANT RADHIKA" userId="S::amod.zack@somaiya.edu::b41d1ce8-c5b8-4e68-bf0f-2fe1404d7832" providerId="AD" clId="Web-{609CE763-4606-DABA-7A19-19C93207C00E}" dt="2024-04-26T17:43:37.460" v="0"/>
          <ac:spMkLst>
            <pc:docMk/>
            <pc:sldMk cId="1049811307" sldId="267"/>
            <ac:spMk id="3" creationId="{DE8D5BDD-9EEF-4CFF-B71F-B0D589279DAB}"/>
          </ac:spMkLst>
        </pc:spChg>
        <pc:picChg chg="del">
          <ac:chgData name="16010520102_SY_ZACK AMOD JAYWANT RADHIKA" userId="S::amod.zack@somaiya.edu::b41d1ce8-c5b8-4e68-bf0f-2fe1404d7832" providerId="AD" clId="Web-{609CE763-4606-DABA-7A19-19C93207C00E}" dt="2024-04-26T17:44:57.898" v="8"/>
          <ac:picMkLst>
            <pc:docMk/>
            <pc:sldMk cId="1049811307" sldId="267"/>
            <ac:picMk id="4" creationId="{0DFFB7FC-EB68-E1B8-0532-FB5CEE0ABC96}"/>
          </ac:picMkLst>
        </pc:picChg>
      </pc:sldChg>
      <pc:sldChg chg="modSp mod modClrScheme chgLayout">
        <pc:chgData name="16010520102_SY_ZACK AMOD JAYWANT RADHIKA" userId="S::amod.zack@somaiya.edu::b41d1ce8-c5b8-4e68-bf0f-2fe1404d7832" providerId="AD" clId="Web-{609CE763-4606-DABA-7A19-19C93207C00E}" dt="2024-04-26T17:43:37.460" v="0"/>
        <pc:sldMkLst>
          <pc:docMk/>
          <pc:sldMk cId="1758796227" sldId="268"/>
        </pc:sldMkLst>
        <pc:spChg chg="mod ord">
          <ac:chgData name="16010520102_SY_ZACK AMOD JAYWANT RADHIKA" userId="S::amod.zack@somaiya.edu::b41d1ce8-c5b8-4e68-bf0f-2fe1404d7832" providerId="AD" clId="Web-{609CE763-4606-DABA-7A19-19C93207C00E}" dt="2024-04-26T17:43:37.460" v="0"/>
          <ac:spMkLst>
            <pc:docMk/>
            <pc:sldMk cId="1758796227" sldId="268"/>
            <ac:spMk id="2" creationId="{9A749A07-7304-E32A-21C9-7A36174C9DD6}"/>
          </ac:spMkLst>
        </pc:spChg>
        <pc:spChg chg="mod ord">
          <ac:chgData name="16010520102_SY_ZACK AMOD JAYWANT RADHIKA" userId="S::amod.zack@somaiya.edu::b41d1ce8-c5b8-4e68-bf0f-2fe1404d7832" providerId="AD" clId="Web-{609CE763-4606-DABA-7A19-19C93207C00E}" dt="2024-04-26T17:43:37.460" v="0"/>
          <ac:spMkLst>
            <pc:docMk/>
            <pc:sldMk cId="1758796227" sldId="268"/>
            <ac:spMk id="3" creationId="{70DAE7BD-8121-C1C7-2D68-B5CD2DC20E6F}"/>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4059968420" sldId="269"/>
        </pc:sldMkLst>
        <pc:spChg chg="mod ord">
          <ac:chgData name="16010520102_SY_ZACK AMOD JAYWANT RADHIKA" userId="S::amod.zack@somaiya.edu::b41d1ce8-c5b8-4e68-bf0f-2fe1404d7832" providerId="AD" clId="Web-{609CE763-4606-DABA-7A19-19C93207C00E}" dt="2024-04-26T17:43:37.460" v="0"/>
          <ac:spMkLst>
            <pc:docMk/>
            <pc:sldMk cId="4059968420" sldId="269"/>
            <ac:spMk id="2" creationId="{BAACF22B-A95F-B98F-509A-C68B2E5856DE}"/>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1406142174" sldId="270"/>
        </pc:sldMkLst>
        <pc:spChg chg="mod ord">
          <ac:chgData name="16010520102_SY_ZACK AMOD JAYWANT RADHIKA" userId="S::amod.zack@somaiya.edu::b41d1ce8-c5b8-4e68-bf0f-2fe1404d7832" providerId="AD" clId="Web-{609CE763-4606-DABA-7A19-19C93207C00E}" dt="2024-04-26T17:43:37.460" v="0"/>
          <ac:spMkLst>
            <pc:docMk/>
            <pc:sldMk cId="1406142174" sldId="270"/>
            <ac:spMk id="2" creationId="{90F8BE2C-AEBC-D063-4860-6488B1A4BD35}"/>
          </ac:spMkLst>
        </pc:spChg>
        <pc:spChg chg="mod ord">
          <ac:chgData name="16010520102_SY_ZACK AMOD JAYWANT RADHIKA" userId="S::amod.zack@somaiya.edu::b41d1ce8-c5b8-4e68-bf0f-2fe1404d7832" providerId="AD" clId="Web-{609CE763-4606-DABA-7A19-19C93207C00E}" dt="2024-04-26T17:43:37.460" v="0"/>
          <ac:spMkLst>
            <pc:docMk/>
            <pc:sldMk cId="1406142174" sldId="270"/>
            <ac:spMk id="3" creationId="{E6CDF981-8A6E-6916-D965-BCD31FC232D5}"/>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2398435360" sldId="272"/>
        </pc:sldMkLst>
        <pc:spChg chg="mod ord">
          <ac:chgData name="16010520102_SY_ZACK AMOD JAYWANT RADHIKA" userId="S::amod.zack@somaiya.edu::b41d1ce8-c5b8-4e68-bf0f-2fe1404d7832" providerId="AD" clId="Web-{609CE763-4606-DABA-7A19-19C93207C00E}" dt="2024-04-26T17:43:37.460" v="0"/>
          <ac:spMkLst>
            <pc:docMk/>
            <pc:sldMk cId="2398435360" sldId="272"/>
            <ac:spMk id="2" creationId="{5D3E6866-43C8-44FB-4021-C8AE2B98BE01}"/>
          </ac:spMkLst>
        </pc:spChg>
        <pc:spChg chg="mod ord">
          <ac:chgData name="16010520102_SY_ZACK AMOD JAYWANT RADHIKA" userId="S::amod.zack@somaiya.edu::b41d1ce8-c5b8-4e68-bf0f-2fe1404d7832" providerId="AD" clId="Web-{609CE763-4606-DABA-7A19-19C93207C00E}" dt="2024-04-26T17:43:37.460" v="0"/>
          <ac:spMkLst>
            <pc:docMk/>
            <pc:sldMk cId="2398435360" sldId="272"/>
            <ac:spMk id="3" creationId="{CC59D0AF-80AB-84DD-1A30-6CFF7E0A0836}"/>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3998171908" sldId="273"/>
        </pc:sldMkLst>
        <pc:spChg chg="mod ord">
          <ac:chgData name="16010520102_SY_ZACK AMOD JAYWANT RADHIKA" userId="S::amod.zack@somaiya.edu::b41d1ce8-c5b8-4e68-bf0f-2fe1404d7832" providerId="AD" clId="Web-{609CE763-4606-DABA-7A19-19C93207C00E}" dt="2024-04-26T17:43:37.460" v="0"/>
          <ac:spMkLst>
            <pc:docMk/>
            <pc:sldMk cId="3998171908" sldId="273"/>
            <ac:spMk id="2" creationId="{1D32F16C-8F97-BC67-FC7A-03FC38E023FE}"/>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37623663" sldId="274"/>
        </pc:sldMkLst>
        <pc:spChg chg="mod ord">
          <ac:chgData name="16010520102_SY_ZACK AMOD JAYWANT RADHIKA" userId="S::amod.zack@somaiya.edu::b41d1ce8-c5b8-4e68-bf0f-2fe1404d7832" providerId="AD" clId="Web-{609CE763-4606-DABA-7A19-19C93207C00E}" dt="2024-04-26T17:43:37.460" v="0"/>
          <ac:spMkLst>
            <pc:docMk/>
            <pc:sldMk cId="37623663" sldId="274"/>
            <ac:spMk id="2" creationId="{2789B312-E223-AE32-EE83-4B4FC5574BF0}"/>
          </ac:spMkLst>
        </pc:spChg>
        <pc:spChg chg="mod ord">
          <ac:chgData name="16010520102_SY_ZACK AMOD JAYWANT RADHIKA" userId="S::amod.zack@somaiya.edu::b41d1ce8-c5b8-4e68-bf0f-2fe1404d7832" providerId="AD" clId="Web-{609CE763-4606-DABA-7A19-19C93207C00E}" dt="2024-04-26T17:43:37.460" v="0"/>
          <ac:spMkLst>
            <pc:docMk/>
            <pc:sldMk cId="37623663" sldId="274"/>
            <ac:spMk id="3" creationId="{C83B6EFC-90B9-CD8A-5C36-F550972214CF}"/>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1758290427" sldId="275"/>
        </pc:sldMkLst>
        <pc:spChg chg="mod ord">
          <ac:chgData name="16010520102_SY_ZACK AMOD JAYWANT RADHIKA" userId="S::amod.zack@somaiya.edu::b41d1ce8-c5b8-4e68-bf0f-2fe1404d7832" providerId="AD" clId="Web-{609CE763-4606-DABA-7A19-19C93207C00E}" dt="2024-04-26T17:43:37.460" v="0"/>
          <ac:spMkLst>
            <pc:docMk/>
            <pc:sldMk cId="1758290427" sldId="275"/>
            <ac:spMk id="2" creationId="{CA196632-7A4C-980F-81E9-C9E64805720F}"/>
          </ac:spMkLst>
        </pc:spChg>
        <pc:graphicFrameChg chg="mod ord">
          <ac:chgData name="16010520102_SY_ZACK AMOD JAYWANT RADHIKA" userId="S::amod.zack@somaiya.edu::b41d1ce8-c5b8-4e68-bf0f-2fe1404d7832" providerId="AD" clId="Web-{609CE763-4606-DABA-7A19-19C93207C00E}" dt="2024-04-26T17:43:37.460" v="0"/>
          <ac:graphicFrameMkLst>
            <pc:docMk/>
            <pc:sldMk cId="1758290427" sldId="275"/>
            <ac:graphicFrameMk id="5" creationId="{54A03D09-050B-ABC3-F2A1-3EC505EBDE55}"/>
          </ac:graphicFrameMkLst>
        </pc:graphicFrameChg>
      </pc:sldChg>
      <pc:sldChg chg="modSp mod modClrScheme chgLayout">
        <pc:chgData name="16010520102_SY_ZACK AMOD JAYWANT RADHIKA" userId="S::amod.zack@somaiya.edu::b41d1ce8-c5b8-4e68-bf0f-2fe1404d7832" providerId="AD" clId="Web-{609CE763-4606-DABA-7A19-19C93207C00E}" dt="2024-04-26T17:43:37.460" v="0"/>
        <pc:sldMkLst>
          <pc:docMk/>
          <pc:sldMk cId="504142575" sldId="276"/>
        </pc:sldMkLst>
        <pc:spChg chg="mod ord">
          <ac:chgData name="16010520102_SY_ZACK AMOD JAYWANT RADHIKA" userId="S::amod.zack@somaiya.edu::b41d1ce8-c5b8-4e68-bf0f-2fe1404d7832" providerId="AD" clId="Web-{609CE763-4606-DABA-7A19-19C93207C00E}" dt="2024-04-26T17:43:37.460" v="0"/>
          <ac:spMkLst>
            <pc:docMk/>
            <pc:sldMk cId="504142575" sldId="276"/>
            <ac:spMk id="2" creationId="{D48479A0-063F-344F-0FAC-85622A75F185}"/>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3599673570" sldId="277"/>
        </pc:sldMkLst>
        <pc:spChg chg="mod ord">
          <ac:chgData name="16010520102_SY_ZACK AMOD JAYWANT RADHIKA" userId="S::amod.zack@somaiya.edu::b41d1ce8-c5b8-4e68-bf0f-2fe1404d7832" providerId="AD" clId="Web-{609CE763-4606-DABA-7A19-19C93207C00E}" dt="2024-04-26T17:43:37.460" v="0"/>
          <ac:spMkLst>
            <pc:docMk/>
            <pc:sldMk cId="3599673570" sldId="277"/>
            <ac:spMk id="2" creationId="{63E0CC9A-B8BE-64B3-6EC0-236284F3FA7C}"/>
          </ac:spMkLst>
        </pc:spChg>
        <pc:graphicFrameChg chg="mod ord">
          <ac:chgData name="16010520102_SY_ZACK AMOD JAYWANT RADHIKA" userId="S::amod.zack@somaiya.edu::b41d1ce8-c5b8-4e68-bf0f-2fe1404d7832" providerId="AD" clId="Web-{609CE763-4606-DABA-7A19-19C93207C00E}" dt="2024-04-26T17:43:37.460" v="0"/>
          <ac:graphicFrameMkLst>
            <pc:docMk/>
            <pc:sldMk cId="3599673570" sldId="277"/>
            <ac:graphicFrameMk id="8" creationId="{32976850-D16B-6649-A608-CAB18DB2D4D0}"/>
          </ac:graphicFrameMkLst>
        </pc:graphicFrameChg>
      </pc:sldChg>
      <pc:sldChg chg="modSp mod modClrScheme chgLayout">
        <pc:chgData name="16010520102_SY_ZACK AMOD JAYWANT RADHIKA" userId="S::amod.zack@somaiya.edu::b41d1ce8-c5b8-4e68-bf0f-2fe1404d7832" providerId="AD" clId="Web-{609CE763-4606-DABA-7A19-19C93207C00E}" dt="2024-04-26T17:43:37.460" v="0"/>
        <pc:sldMkLst>
          <pc:docMk/>
          <pc:sldMk cId="3060112493" sldId="278"/>
        </pc:sldMkLst>
        <pc:spChg chg="mod ord">
          <ac:chgData name="16010520102_SY_ZACK AMOD JAYWANT RADHIKA" userId="S::amod.zack@somaiya.edu::b41d1ce8-c5b8-4e68-bf0f-2fe1404d7832" providerId="AD" clId="Web-{609CE763-4606-DABA-7A19-19C93207C00E}" dt="2024-04-26T17:43:37.460" v="0"/>
          <ac:spMkLst>
            <pc:docMk/>
            <pc:sldMk cId="3060112493" sldId="278"/>
            <ac:spMk id="2" creationId="{66B84218-4E89-96DF-DD69-E1BF8E104F30}"/>
          </ac:spMkLst>
        </pc:spChg>
        <pc:spChg chg="mod ord">
          <ac:chgData name="16010520102_SY_ZACK AMOD JAYWANT RADHIKA" userId="S::amod.zack@somaiya.edu::b41d1ce8-c5b8-4e68-bf0f-2fe1404d7832" providerId="AD" clId="Web-{609CE763-4606-DABA-7A19-19C93207C00E}" dt="2024-04-26T17:43:37.460" v="0"/>
          <ac:spMkLst>
            <pc:docMk/>
            <pc:sldMk cId="3060112493" sldId="278"/>
            <ac:spMk id="3" creationId="{A8BA0AA6-A21D-DAC9-E5ED-993AC96063DE}"/>
          </ac:spMkLst>
        </pc:spChg>
      </pc:sldChg>
      <pc:sldChg chg="modSp mod modClrScheme chgLayout">
        <pc:chgData name="16010520102_SY_ZACK AMOD JAYWANT RADHIKA" userId="S::amod.zack@somaiya.edu::b41d1ce8-c5b8-4e68-bf0f-2fe1404d7832" providerId="AD" clId="Web-{609CE763-4606-DABA-7A19-19C93207C00E}" dt="2024-04-26T17:43:37.460" v="0"/>
        <pc:sldMkLst>
          <pc:docMk/>
          <pc:sldMk cId="1083274189" sldId="279"/>
        </pc:sldMkLst>
        <pc:spChg chg="mod ord">
          <ac:chgData name="16010520102_SY_ZACK AMOD JAYWANT RADHIKA" userId="S::amod.zack@somaiya.edu::b41d1ce8-c5b8-4e68-bf0f-2fe1404d7832" providerId="AD" clId="Web-{609CE763-4606-DABA-7A19-19C93207C00E}" dt="2024-04-26T17:43:37.460" v="0"/>
          <ac:spMkLst>
            <pc:docMk/>
            <pc:sldMk cId="1083274189" sldId="279"/>
            <ac:spMk id="2" creationId="{7CD41F77-ABC8-14E2-D0A5-92A223F5FD4E}"/>
          </ac:spMkLst>
        </pc:spChg>
      </pc:sldChg>
      <pc:sldChg chg="modSp del mod modClrScheme chgLayout">
        <pc:chgData name="16010520102_SY_ZACK AMOD JAYWANT RADHIKA" userId="S::amod.zack@somaiya.edu::b41d1ce8-c5b8-4e68-bf0f-2fe1404d7832" providerId="AD" clId="Web-{609CE763-4606-DABA-7A19-19C93207C00E}" dt="2024-04-26T17:45:27.274" v="10"/>
        <pc:sldMkLst>
          <pc:docMk/>
          <pc:sldMk cId="68475792" sldId="280"/>
        </pc:sldMkLst>
        <pc:spChg chg="mod ord">
          <ac:chgData name="16010520102_SY_ZACK AMOD JAYWANT RADHIKA" userId="S::amod.zack@somaiya.edu::b41d1ce8-c5b8-4e68-bf0f-2fe1404d7832" providerId="AD" clId="Web-{609CE763-4606-DABA-7A19-19C93207C00E}" dt="2024-04-26T17:43:37.460" v="0"/>
          <ac:spMkLst>
            <pc:docMk/>
            <pc:sldMk cId="68475792" sldId="280"/>
            <ac:spMk id="2" creationId="{58A6E01F-0B30-CDD2-B029-0DDA584646E0}"/>
          </ac:spMkLst>
        </pc:spChg>
        <pc:picChg chg="mod ord">
          <ac:chgData name="16010520102_SY_ZACK AMOD JAYWANT RADHIKA" userId="S::amod.zack@somaiya.edu::b41d1ce8-c5b8-4e68-bf0f-2fe1404d7832" providerId="AD" clId="Web-{609CE763-4606-DABA-7A19-19C93207C00E}" dt="2024-04-26T17:43:37.460" v="0"/>
          <ac:picMkLst>
            <pc:docMk/>
            <pc:sldMk cId="68475792" sldId="280"/>
            <ac:picMk id="4" creationId="{9267661C-C165-54ED-8825-0B99571691D2}"/>
          </ac:picMkLst>
        </pc:picChg>
      </pc:sldChg>
      <pc:sldMasterChg chg="del delSldLayout">
        <pc:chgData name="16010520102_SY_ZACK AMOD JAYWANT RADHIKA" userId="S::amod.zack@somaiya.edu::b41d1ce8-c5b8-4e68-bf0f-2fe1404d7832" providerId="AD" clId="Web-{609CE763-4606-DABA-7A19-19C93207C00E}" dt="2024-04-26T17:43:37.460" v="0"/>
        <pc:sldMasterMkLst>
          <pc:docMk/>
          <pc:sldMasterMk cId="422804702" sldId="2147483672"/>
        </pc:sldMasterMkLst>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3813001656" sldId="2147483673"/>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4284591263" sldId="2147483674"/>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1641986726" sldId="2147483675"/>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1169240722" sldId="2147483676"/>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3091754087" sldId="2147483677"/>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3079413283" sldId="2147483678"/>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3344706585" sldId="2147483679"/>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4159305303" sldId="2147483680"/>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3634798563" sldId="2147483681"/>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4281066997" sldId="2147483682"/>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840376824" sldId="2147483683"/>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157950066" sldId="2147483684"/>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1691336197" sldId="2147483685"/>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1342240656" sldId="2147483686"/>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3945343989" sldId="2147483687"/>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1149680768" sldId="2147483688"/>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2350501298" sldId="2147483689"/>
          </pc:sldLayoutMkLst>
        </pc:sldLayoutChg>
        <pc:sldLayoutChg chg="del">
          <pc:chgData name="16010520102_SY_ZACK AMOD JAYWANT RADHIKA" userId="S::amod.zack@somaiya.edu::b41d1ce8-c5b8-4e68-bf0f-2fe1404d7832" providerId="AD" clId="Web-{609CE763-4606-DABA-7A19-19C93207C00E}" dt="2024-04-26T17:43:37.460" v="0"/>
          <pc:sldLayoutMkLst>
            <pc:docMk/>
            <pc:sldMasterMk cId="422804702" sldId="2147483672"/>
            <pc:sldLayoutMk cId="438577991" sldId="2147483690"/>
          </pc:sldLayoutMkLst>
        </pc:sldLayoutChg>
      </pc:sldMasterChg>
      <pc:sldMasterChg chg="add addSldLayout modSldLayout">
        <pc:chgData name="16010520102_SY_ZACK AMOD JAYWANT RADHIKA" userId="S::amod.zack@somaiya.edu::b41d1ce8-c5b8-4e68-bf0f-2fe1404d7832" providerId="AD" clId="Web-{609CE763-4606-DABA-7A19-19C93207C00E}" dt="2024-04-26T17:43:37.460" v="0"/>
        <pc:sldMasterMkLst>
          <pc:docMk/>
          <pc:sldMasterMk cId="1123046800" sldId="2147483691"/>
        </pc:sldMasterMkLst>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1326602130" sldId="2147483692"/>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2515937173" sldId="2147483693"/>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41862864" sldId="2147483694"/>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50782953" sldId="2147483695"/>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855616724" sldId="2147483696"/>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884351474" sldId="2147483697"/>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2870001813" sldId="2147483698"/>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2362058188" sldId="2147483699"/>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2834211953" sldId="2147483700"/>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75462685" sldId="2147483701"/>
          </pc:sldLayoutMkLst>
        </pc:sldLayoutChg>
        <pc:sldLayoutChg chg="add mod replId">
          <pc:chgData name="16010520102_SY_ZACK AMOD JAYWANT RADHIKA" userId="S::amod.zack@somaiya.edu::b41d1ce8-c5b8-4e68-bf0f-2fe1404d7832" providerId="AD" clId="Web-{609CE763-4606-DABA-7A19-19C93207C00E}" dt="2024-04-26T17:43:37.460" v="0"/>
          <pc:sldLayoutMkLst>
            <pc:docMk/>
            <pc:sldMasterMk cId="1123046800" sldId="2147483691"/>
            <pc:sldLayoutMk cId="3073944951" sldId="2147483702"/>
          </pc:sldLayoutMkLst>
        </pc:sldLayoutChg>
      </pc:sldMasterChg>
    </pc:docChg>
  </pc:docChgLst>
  <pc:docChgLst>
    <pc:chgData name="16010520102_SY_ZACK AMOD JAYWANT RADHIKA" userId="S::amod.zack@somaiya.edu::b41d1ce8-c5b8-4e68-bf0f-2fe1404d7832" providerId="AD" clId="Web-{2A7E9FF1-0097-D627-AEB3-C54C1761D725}"/>
    <pc:docChg chg="addSld delSld modSld sldOrd">
      <pc:chgData name="16010520102_SY_ZACK AMOD JAYWANT RADHIKA" userId="S::amod.zack@somaiya.edu::b41d1ce8-c5b8-4e68-bf0f-2fe1404d7832" providerId="AD" clId="Web-{2A7E9FF1-0097-D627-AEB3-C54C1761D725}" dt="2024-04-27T07:18:25.832" v="770"/>
      <pc:docMkLst>
        <pc:docMk/>
      </pc:docMkLst>
      <pc:sldChg chg="modSp">
        <pc:chgData name="16010520102_SY_ZACK AMOD JAYWANT RADHIKA" userId="S::amod.zack@somaiya.edu::b41d1ce8-c5b8-4e68-bf0f-2fe1404d7832" providerId="AD" clId="Web-{2A7E9FF1-0097-D627-AEB3-C54C1761D725}" dt="2024-04-27T06:37:37.310" v="91" actId="20577"/>
        <pc:sldMkLst>
          <pc:docMk/>
          <pc:sldMk cId="1834385884" sldId="256"/>
        </pc:sldMkLst>
        <pc:spChg chg="mod">
          <ac:chgData name="16010520102_SY_ZACK AMOD JAYWANT RADHIKA" userId="S::amod.zack@somaiya.edu::b41d1ce8-c5b8-4e68-bf0f-2fe1404d7832" providerId="AD" clId="Web-{2A7E9FF1-0097-D627-AEB3-C54C1761D725}" dt="2024-04-27T06:35:43.559" v="36" actId="20577"/>
          <ac:spMkLst>
            <pc:docMk/>
            <pc:sldMk cId="1834385884" sldId="256"/>
            <ac:spMk id="2" creationId="{991071BD-273A-1734-29BC-72E71470620C}"/>
          </ac:spMkLst>
        </pc:spChg>
        <pc:spChg chg="mod">
          <ac:chgData name="16010520102_SY_ZACK AMOD JAYWANT RADHIKA" userId="S::amod.zack@somaiya.edu::b41d1ce8-c5b8-4e68-bf0f-2fe1404d7832" providerId="AD" clId="Web-{2A7E9FF1-0097-D627-AEB3-C54C1761D725}" dt="2024-04-27T06:37:37.310" v="91" actId="20577"/>
          <ac:spMkLst>
            <pc:docMk/>
            <pc:sldMk cId="1834385884" sldId="256"/>
            <ac:spMk id="6" creationId="{1E430F4D-804B-2705-CA82-2CC6967A6EA5}"/>
          </ac:spMkLst>
        </pc:spChg>
      </pc:sldChg>
      <pc:sldChg chg="modSp">
        <pc:chgData name="16010520102_SY_ZACK AMOD JAYWANT RADHIKA" userId="S::amod.zack@somaiya.edu::b41d1ce8-c5b8-4e68-bf0f-2fe1404d7832" providerId="AD" clId="Web-{2A7E9FF1-0097-D627-AEB3-C54C1761D725}" dt="2024-04-27T06:42:49.536" v="118" actId="1076"/>
        <pc:sldMkLst>
          <pc:docMk/>
          <pc:sldMk cId="3752511124" sldId="266"/>
        </pc:sldMkLst>
        <pc:spChg chg="mod">
          <ac:chgData name="16010520102_SY_ZACK AMOD JAYWANT RADHIKA" userId="S::amod.zack@somaiya.edu::b41d1ce8-c5b8-4e68-bf0f-2fe1404d7832" providerId="AD" clId="Web-{2A7E9FF1-0097-D627-AEB3-C54C1761D725}" dt="2024-04-27T06:42:49.536" v="118" actId="1076"/>
          <ac:spMkLst>
            <pc:docMk/>
            <pc:sldMk cId="3752511124" sldId="266"/>
            <ac:spMk id="2" creationId="{D07F511E-6EED-CB98-6E63-0766DA0F70BC}"/>
          </ac:spMkLst>
        </pc:spChg>
        <pc:spChg chg="mod">
          <ac:chgData name="16010520102_SY_ZACK AMOD JAYWANT RADHIKA" userId="S::amod.zack@somaiya.edu::b41d1ce8-c5b8-4e68-bf0f-2fe1404d7832" providerId="AD" clId="Web-{2A7E9FF1-0097-D627-AEB3-C54C1761D725}" dt="2024-04-27T06:42:35.739" v="117" actId="1076"/>
          <ac:spMkLst>
            <pc:docMk/>
            <pc:sldMk cId="3752511124" sldId="266"/>
            <ac:spMk id="3" creationId="{8A4999C0-8A42-D544-FF28-8833CBC1813B}"/>
          </ac:spMkLst>
        </pc:spChg>
      </pc:sldChg>
      <pc:sldChg chg="modSp">
        <pc:chgData name="16010520102_SY_ZACK AMOD JAYWANT RADHIKA" userId="S::amod.zack@somaiya.edu::b41d1ce8-c5b8-4e68-bf0f-2fe1404d7832" providerId="AD" clId="Web-{2A7E9FF1-0097-D627-AEB3-C54C1761D725}" dt="2024-04-27T06:42:29.551" v="116" actId="20577"/>
        <pc:sldMkLst>
          <pc:docMk/>
          <pc:sldMk cId="1049811307" sldId="267"/>
        </pc:sldMkLst>
        <pc:spChg chg="mod">
          <ac:chgData name="16010520102_SY_ZACK AMOD JAYWANT RADHIKA" userId="S::amod.zack@somaiya.edu::b41d1ce8-c5b8-4e68-bf0f-2fe1404d7832" providerId="AD" clId="Web-{2A7E9FF1-0097-D627-AEB3-C54C1761D725}" dt="2024-04-27T06:42:29.551" v="116" actId="20577"/>
          <ac:spMkLst>
            <pc:docMk/>
            <pc:sldMk cId="1049811307" sldId="267"/>
            <ac:spMk id="2" creationId="{43B48F4F-1EF9-75CE-4EC1-C496193EEF01}"/>
          </ac:spMkLst>
        </pc:spChg>
        <pc:spChg chg="mod">
          <ac:chgData name="16010520102_SY_ZACK AMOD JAYWANT RADHIKA" userId="S::amod.zack@somaiya.edu::b41d1ce8-c5b8-4e68-bf0f-2fe1404d7832" providerId="AD" clId="Web-{2A7E9FF1-0097-D627-AEB3-C54C1761D725}" dt="2024-04-27T06:42:08.051" v="112" actId="14100"/>
          <ac:spMkLst>
            <pc:docMk/>
            <pc:sldMk cId="1049811307" sldId="267"/>
            <ac:spMk id="3" creationId="{DE8D5BDD-9EEF-4CFF-B71F-B0D589279DAB}"/>
          </ac:spMkLst>
        </pc:spChg>
      </pc:sldChg>
      <pc:sldChg chg="modSp">
        <pc:chgData name="16010520102_SY_ZACK AMOD JAYWANT RADHIKA" userId="S::amod.zack@somaiya.edu::b41d1ce8-c5b8-4e68-bf0f-2fe1404d7832" providerId="AD" clId="Web-{2A7E9FF1-0097-D627-AEB3-C54C1761D725}" dt="2024-04-27T06:53:01.059" v="492" actId="1076"/>
        <pc:sldMkLst>
          <pc:docMk/>
          <pc:sldMk cId="1758796227" sldId="268"/>
        </pc:sldMkLst>
        <pc:spChg chg="mod">
          <ac:chgData name="16010520102_SY_ZACK AMOD JAYWANT RADHIKA" userId="S::amod.zack@somaiya.edu::b41d1ce8-c5b8-4e68-bf0f-2fe1404d7832" providerId="AD" clId="Web-{2A7E9FF1-0097-D627-AEB3-C54C1761D725}" dt="2024-04-27T06:52:55.450" v="491" actId="1076"/>
          <ac:spMkLst>
            <pc:docMk/>
            <pc:sldMk cId="1758796227" sldId="268"/>
            <ac:spMk id="2" creationId="{9A749A07-7304-E32A-21C9-7A36174C9DD6}"/>
          </ac:spMkLst>
        </pc:spChg>
        <pc:spChg chg="mod">
          <ac:chgData name="16010520102_SY_ZACK AMOD JAYWANT RADHIKA" userId="S::amod.zack@somaiya.edu::b41d1ce8-c5b8-4e68-bf0f-2fe1404d7832" providerId="AD" clId="Web-{2A7E9FF1-0097-D627-AEB3-C54C1761D725}" dt="2024-04-27T06:53:01.059" v="492" actId="1076"/>
          <ac:spMkLst>
            <pc:docMk/>
            <pc:sldMk cId="1758796227" sldId="268"/>
            <ac:spMk id="3" creationId="{70DAE7BD-8121-C1C7-2D68-B5CD2DC20E6F}"/>
          </ac:spMkLst>
        </pc:spChg>
      </pc:sldChg>
      <pc:sldChg chg="modSp">
        <pc:chgData name="16010520102_SY_ZACK AMOD JAYWANT RADHIKA" userId="S::amod.zack@somaiya.edu::b41d1ce8-c5b8-4e68-bf0f-2fe1404d7832" providerId="AD" clId="Web-{2A7E9FF1-0097-D627-AEB3-C54C1761D725}" dt="2024-04-27T06:55:40.046" v="518" actId="20577"/>
        <pc:sldMkLst>
          <pc:docMk/>
          <pc:sldMk cId="4059968420" sldId="269"/>
        </pc:sldMkLst>
        <pc:spChg chg="mod">
          <ac:chgData name="16010520102_SY_ZACK AMOD JAYWANT RADHIKA" userId="S::amod.zack@somaiya.edu::b41d1ce8-c5b8-4e68-bf0f-2fe1404d7832" providerId="AD" clId="Web-{2A7E9FF1-0097-D627-AEB3-C54C1761D725}" dt="2024-04-27T06:53:11.716" v="494" actId="20577"/>
          <ac:spMkLst>
            <pc:docMk/>
            <pc:sldMk cId="4059968420" sldId="269"/>
            <ac:spMk id="2" creationId="{BAACF22B-A95F-B98F-509A-C68B2E5856DE}"/>
          </ac:spMkLst>
        </pc:spChg>
        <pc:spChg chg="mod">
          <ac:chgData name="16010520102_SY_ZACK AMOD JAYWANT RADHIKA" userId="S::amod.zack@somaiya.edu::b41d1ce8-c5b8-4e68-bf0f-2fe1404d7832" providerId="AD" clId="Web-{2A7E9FF1-0097-D627-AEB3-C54C1761D725}" dt="2024-04-27T06:55:40.046" v="518" actId="20577"/>
          <ac:spMkLst>
            <pc:docMk/>
            <pc:sldMk cId="4059968420" sldId="269"/>
            <ac:spMk id="5" creationId="{7E30BE37-D062-3539-A238-B8065D07F50E}"/>
          </ac:spMkLst>
        </pc:spChg>
      </pc:sldChg>
      <pc:sldChg chg="modSp ord">
        <pc:chgData name="16010520102_SY_ZACK AMOD JAYWANT RADHIKA" userId="S::amod.zack@somaiya.edu::b41d1ce8-c5b8-4e68-bf0f-2fe1404d7832" providerId="AD" clId="Web-{2A7E9FF1-0097-D627-AEB3-C54C1761D725}" dt="2024-04-27T07:01:33.913" v="556"/>
        <pc:sldMkLst>
          <pc:docMk/>
          <pc:sldMk cId="1406142174" sldId="270"/>
        </pc:sldMkLst>
        <pc:spChg chg="mod">
          <ac:chgData name="16010520102_SY_ZACK AMOD JAYWANT RADHIKA" userId="S::amod.zack@somaiya.edu::b41d1ce8-c5b8-4e68-bf0f-2fe1404d7832" providerId="AD" clId="Web-{2A7E9FF1-0097-D627-AEB3-C54C1761D725}" dt="2024-04-27T07:00:03.709" v="554" actId="20577"/>
          <ac:spMkLst>
            <pc:docMk/>
            <pc:sldMk cId="1406142174" sldId="270"/>
            <ac:spMk id="2" creationId="{90F8BE2C-AEBC-D063-4860-6488B1A4BD35}"/>
          </ac:spMkLst>
        </pc:spChg>
        <pc:spChg chg="mod">
          <ac:chgData name="16010520102_SY_ZACK AMOD JAYWANT RADHIKA" userId="S::amod.zack@somaiya.edu::b41d1ce8-c5b8-4e68-bf0f-2fe1404d7832" providerId="AD" clId="Web-{2A7E9FF1-0097-D627-AEB3-C54C1761D725}" dt="2024-04-27T07:00:10.240" v="555" actId="20577"/>
          <ac:spMkLst>
            <pc:docMk/>
            <pc:sldMk cId="1406142174" sldId="270"/>
            <ac:spMk id="3" creationId="{E6CDF981-8A6E-6916-D965-BCD31FC232D5}"/>
          </ac:spMkLst>
        </pc:spChg>
      </pc:sldChg>
      <pc:sldChg chg="modSp">
        <pc:chgData name="16010520102_SY_ZACK AMOD JAYWANT RADHIKA" userId="S::amod.zack@somaiya.edu::b41d1ce8-c5b8-4e68-bf0f-2fe1404d7832" providerId="AD" clId="Web-{2A7E9FF1-0097-D627-AEB3-C54C1761D725}" dt="2024-04-27T07:18:06.785" v="768" actId="20577"/>
        <pc:sldMkLst>
          <pc:docMk/>
          <pc:sldMk cId="2398435360" sldId="272"/>
        </pc:sldMkLst>
        <pc:spChg chg="mod">
          <ac:chgData name="16010520102_SY_ZACK AMOD JAYWANT RADHIKA" userId="S::amod.zack@somaiya.edu::b41d1ce8-c5b8-4e68-bf0f-2fe1404d7832" providerId="AD" clId="Web-{2A7E9FF1-0097-D627-AEB3-C54C1761D725}" dt="2024-04-27T07:16:50.425" v="750" actId="20577"/>
          <ac:spMkLst>
            <pc:docMk/>
            <pc:sldMk cId="2398435360" sldId="272"/>
            <ac:spMk id="2" creationId="{5D3E6866-43C8-44FB-4021-C8AE2B98BE01}"/>
          </ac:spMkLst>
        </pc:spChg>
        <pc:spChg chg="mod">
          <ac:chgData name="16010520102_SY_ZACK AMOD JAYWANT RADHIKA" userId="S::amod.zack@somaiya.edu::b41d1ce8-c5b8-4e68-bf0f-2fe1404d7832" providerId="AD" clId="Web-{2A7E9FF1-0097-D627-AEB3-C54C1761D725}" dt="2024-04-27T07:18:06.785" v="768" actId="20577"/>
          <ac:spMkLst>
            <pc:docMk/>
            <pc:sldMk cId="2398435360" sldId="272"/>
            <ac:spMk id="3" creationId="{CC59D0AF-80AB-84DD-1A30-6CFF7E0A0836}"/>
          </ac:spMkLst>
        </pc:spChg>
      </pc:sldChg>
      <pc:sldChg chg="addSp delSp modSp ord">
        <pc:chgData name="16010520102_SY_ZACK AMOD JAYWANT RADHIKA" userId="S::amod.zack@somaiya.edu::b41d1ce8-c5b8-4e68-bf0f-2fe1404d7832" providerId="AD" clId="Web-{2A7E9FF1-0097-D627-AEB3-C54C1761D725}" dt="2024-04-27T07:01:40.569" v="557"/>
        <pc:sldMkLst>
          <pc:docMk/>
          <pc:sldMk cId="3998171908" sldId="273"/>
        </pc:sldMkLst>
        <pc:spChg chg="mod">
          <ac:chgData name="16010520102_SY_ZACK AMOD JAYWANT RADHIKA" userId="S::amod.zack@somaiya.edu::b41d1ce8-c5b8-4e68-bf0f-2fe1404d7832" providerId="AD" clId="Web-{2A7E9FF1-0097-D627-AEB3-C54C1761D725}" dt="2024-04-27T06:59:54.334" v="553" actId="20577"/>
          <ac:spMkLst>
            <pc:docMk/>
            <pc:sldMk cId="3998171908" sldId="273"/>
            <ac:spMk id="2" creationId="{1D32F16C-8F97-BC67-FC7A-03FC38E023FE}"/>
          </ac:spMkLst>
        </pc:spChg>
        <pc:picChg chg="add mod">
          <ac:chgData name="16010520102_SY_ZACK AMOD JAYWANT RADHIKA" userId="S::amod.zack@somaiya.edu::b41d1ce8-c5b8-4e68-bf0f-2fe1404d7832" providerId="AD" clId="Web-{2A7E9FF1-0097-D627-AEB3-C54C1761D725}" dt="2024-04-27T06:56:23.968" v="524" actId="1076"/>
          <ac:picMkLst>
            <pc:docMk/>
            <pc:sldMk cId="3998171908" sldId="273"/>
            <ac:picMk id="3" creationId="{C96329CB-DD2B-36E4-3C2D-7792D78A1CBE}"/>
          </ac:picMkLst>
        </pc:picChg>
        <pc:picChg chg="del">
          <ac:chgData name="16010520102_SY_ZACK AMOD JAYWANT RADHIKA" userId="S::amod.zack@somaiya.edu::b41d1ce8-c5b8-4e68-bf0f-2fe1404d7832" providerId="AD" clId="Web-{2A7E9FF1-0097-D627-AEB3-C54C1761D725}" dt="2024-04-27T06:55:46.858" v="519"/>
          <ac:picMkLst>
            <pc:docMk/>
            <pc:sldMk cId="3998171908" sldId="273"/>
            <ac:picMk id="8" creationId="{924AAEA7-0147-B63F-B5A0-8273D2CD5C6B}"/>
          </ac:picMkLst>
        </pc:picChg>
      </pc:sldChg>
      <pc:sldChg chg="addSp delSp modSp">
        <pc:chgData name="16010520102_SY_ZACK AMOD JAYWANT RADHIKA" userId="S::amod.zack@somaiya.edu::b41d1ce8-c5b8-4e68-bf0f-2fe1404d7832" providerId="AD" clId="Web-{2A7E9FF1-0097-D627-AEB3-C54C1761D725}" dt="2024-04-27T07:04:46.884" v="578" actId="1076"/>
        <pc:sldMkLst>
          <pc:docMk/>
          <pc:sldMk cId="37623663" sldId="274"/>
        </pc:sldMkLst>
        <pc:spChg chg="mod">
          <ac:chgData name="16010520102_SY_ZACK AMOD JAYWANT RADHIKA" userId="S::amod.zack@somaiya.edu::b41d1ce8-c5b8-4e68-bf0f-2fe1404d7832" providerId="AD" clId="Web-{2A7E9FF1-0097-D627-AEB3-C54C1761D725}" dt="2024-04-27T07:03:45.055" v="567" actId="20577"/>
          <ac:spMkLst>
            <pc:docMk/>
            <pc:sldMk cId="37623663" sldId="274"/>
            <ac:spMk id="2" creationId="{2789B312-E223-AE32-EE83-4B4FC5574BF0}"/>
          </ac:spMkLst>
        </pc:spChg>
        <pc:spChg chg="del">
          <ac:chgData name="16010520102_SY_ZACK AMOD JAYWANT RADHIKA" userId="S::amod.zack@somaiya.edu::b41d1ce8-c5b8-4e68-bf0f-2fe1404d7832" providerId="AD" clId="Web-{2A7E9FF1-0097-D627-AEB3-C54C1761D725}" dt="2024-04-27T07:04:06.571" v="568"/>
          <ac:spMkLst>
            <pc:docMk/>
            <pc:sldMk cId="37623663" sldId="274"/>
            <ac:spMk id="3" creationId="{C83B6EFC-90B9-CD8A-5C36-F550972214CF}"/>
          </ac:spMkLst>
        </pc:spChg>
        <pc:spChg chg="add del mod">
          <ac:chgData name="16010520102_SY_ZACK AMOD JAYWANT RADHIKA" userId="S::amod.zack@somaiya.edu::b41d1ce8-c5b8-4e68-bf0f-2fe1404d7832" providerId="AD" clId="Web-{2A7E9FF1-0097-D627-AEB3-C54C1761D725}" dt="2024-04-27T07:04:21.150" v="571"/>
          <ac:spMkLst>
            <pc:docMk/>
            <pc:sldMk cId="37623663" sldId="274"/>
            <ac:spMk id="5" creationId="{B20C64A7-D7A9-5169-5A7E-3F45FE0C7FA9}"/>
          </ac:spMkLst>
        </pc:spChg>
        <pc:spChg chg="add del">
          <ac:chgData name="16010520102_SY_ZACK AMOD JAYWANT RADHIKA" userId="S::amod.zack@somaiya.edu::b41d1ce8-c5b8-4e68-bf0f-2fe1404d7832" providerId="AD" clId="Web-{2A7E9FF1-0097-D627-AEB3-C54C1761D725}" dt="2024-04-27T07:04:10.837" v="570"/>
          <ac:spMkLst>
            <pc:docMk/>
            <pc:sldMk cId="37623663" sldId="274"/>
            <ac:spMk id="6" creationId="{C83B6EFC-90B9-CD8A-5C36-F550972214CF}"/>
          </ac:spMkLst>
        </pc:spChg>
        <pc:picChg chg="add mod ord">
          <ac:chgData name="16010520102_SY_ZACK AMOD JAYWANT RADHIKA" userId="S::amod.zack@somaiya.edu::b41d1ce8-c5b8-4e68-bf0f-2fe1404d7832" providerId="AD" clId="Web-{2A7E9FF1-0097-D627-AEB3-C54C1761D725}" dt="2024-04-27T07:04:46.884" v="578" actId="1076"/>
          <ac:picMkLst>
            <pc:docMk/>
            <pc:sldMk cId="37623663" sldId="274"/>
            <ac:picMk id="7" creationId="{85A0218A-52D2-5DBB-D095-D275758C405F}"/>
          </ac:picMkLst>
        </pc:picChg>
      </pc:sldChg>
      <pc:sldChg chg="del">
        <pc:chgData name="16010520102_SY_ZACK AMOD JAYWANT RADHIKA" userId="S::amod.zack@somaiya.edu::b41d1ce8-c5b8-4e68-bf0f-2fe1404d7832" providerId="AD" clId="Web-{2A7E9FF1-0097-D627-AEB3-C54C1761D725}" dt="2024-04-27T07:05:08.885" v="579"/>
        <pc:sldMkLst>
          <pc:docMk/>
          <pc:sldMk cId="1758290427" sldId="275"/>
        </pc:sldMkLst>
      </pc:sldChg>
      <pc:sldChg chg="del">
        <pc:chgData name="16010520102_SY_ZACK AMOD JAYWANT RADHIKA" userId="S::amod.zack@somaiya.edu::b41d1ce8-c5b8-4e68-bf0f-2fe1404d7832" providerId="AD" clId="Web-{2A7E9FF1-0097-D627-AEB3-C54C1761D725}" dt="2024-04-27T07:05:15.010" v="580"/>
        <pc:sldMkLst>
          <pc:docMk/>
          <pc:sldMk cId="504142575" sldId="276"/>
        </pc:sldMkLst>
      </pc:sldChg>
      <pc:sldChg chg="del">
        <pc:chgData name="16010520102_SY_ZACK AMOD JAYWANT RADHIKA" userId="S::amod.zack@somaiya.edu::b41d1ce8-c5b8-4e68-bf0f-2fe1404d7832" providerId="AD" clId="Web-{2A7E9FF1-0097-D627-AEB3-C54C1761D725}" dt="2024-04-27T07:05:20.791" v="581"/>
        <pc:sldMkLst>
          <pc:docMk/>
          <pc:sldMk cId="3599673570" sldId="277"/>
        </pc:sldMkLst>
      </pc:sldChg>
      <pc:sldChg chg="modSp">
        <pc:chgData name="16010520102_SY_ZACK AMOD JAYWANT RADHIKA" userId="S::amod.zack@somaiya.edu::b41d1ce8-c5b8-4e68-bf0f-2fe1404d7832" providerId="AD" clId="Web-{2A7E9FF1-0097-D627-AEB3-C54C1761D725}" dt="2024-04-27T07:12:15.515" v="707" actId="1076"/>
        <pc:sldMkLst>
          <pc:docMk/>
          <pc:sldMk cId="3060112493" sldId="278"/>
        </pc:sldMkLst>
        <pc:spChg chg="mod">
          <ac:chgData name="16010520102_SY_ZACK AMOD JAYWANT RADHIKA" userId="S::amod.zack@somaiya.edu::b41d1ce8-c5b8-4e68-bf0f-2fe1404d7832" providerId="AD" clId="Web-{2A7E9FF1-0097-D627-AEB3-C54C1761D725}" dt="2024-04-27T07:09:52.763" v="653" actId="20577"/>
          <ac:spMkLst>
            <pc:docMk/>
            <pc:sldMk cId="3060112493" sldId="278"/>
            <ac:spMk id="2" creationId="{66B84218-4E89-96DF-DD69-E1BF8E104F30}"/>
          </ac:spMkLst>
        </pc:spChg>
        <pc:spChg chg="mod">
          <ac:chgData name="16010520102_SY_ZACK AMOD JAYWANT RADHIKA" userId="S::amod.zack@somaiya.edu::b41d1ce8-c5b8-4e68-bf0f-2fe1404d7832" providerId="AD" clId="Web-{2A7E9FF1-0097-D627-AEB3-C54C1761D725}" dt="2024-04-27T07:12:15.515" v="707" actId="1076"/>
          <ac:spMkLst>
            <pc:docMk/>
            <pc:sldMk cId="3060112493" sldId="278"/>
            <ac:spMk id="3" creationId="{A8BA0AA6-A21D-DAC9-E5ED-993AC96063DE}"/>
          </ac:spMkLst>
        </pc:spChg>
      </pc:sldChg>
      <pc:sldChg chg="addSp delSp modSp mod setBg">
        <pc:chgData name="16010520102_SY_ZACK AMOD JAYWANT RADHIKA" userId="S::amod.zack@somaiya.edu::b41d1ce8-c5b8-4e68-bf0f-2fe1404d7832" providerId="AD" clId="Web-{2A7E9FF1-0097-D627-AEB3-C54C1761D725}" dt="2024-04-27T07:09:38.310" v="642"/>
        <pc:sldMkLst>
          <pc:docMk/>
          <pc:sldMk cId="1083274189" sldId="279"/>
        </pc:sldMkLst>
        <pc:spChg chg="mod">
          <ac:chgData name="16010520102_SY_ZACK AMOD JAYWANT RADHIKA" userId="S::amod.zack@somaiya.edu::b41d1ce8-c5b8-4e68-bf0f-2fe1404d7832" providerId="AD" clId="Web-{2A7E9FF1-0097-D627-AEB3-C54C1761D725}" dt="2024-04-27T07:08:31.934" v="611"/>
          <ac:spMkLst>
            <pc:docMk/>
            <pc:sldMk cId="1083274189" sldId="279"/>
            <ac:spMk id="2" creationId="{7CD41F77-ABC8-14E2-D0A5-92A223F5FD4E}"/>
          </ac:spMkLst>
        </pc:spChg>
        <pc:spChg chg="add del mod">
          <ac:chgData name="16010520102_SY_ZACK AMOD JAYWANT RADHIKA" userId="S::amod.zack@somaiya.edu::b41d1ce8-c5b8-4e68-bf0f-2fe1404d7832" providerId="AD" clId="Web-{2A7E9FF1-0097-D627-AEB3-C54C1761D725}" dt="2024-04-27T07:06:45.777" v="597"/>
          <ac:spMkLst>
            <pc:docMk/>
            <pc:sldMk cId="1083274189" sldId="279"/>
            <ac:spMk id="3" creationId="{28762F1B-4341-B7BA-5593-9D0161E7CD48}"/>
          </ac:spMkLst>
        </pc:spChg>
        <pc:spChg chg="add mod">
          <ac:chgData name="16010520102_SY_ZACK AMOD JAYWANT RADHIKA" userId="S::amod.zack@somaiya.edu::b41d1ce8-c5b8-4e68-bf0f-2fe1404d7832" providerId="AD" clId="Web-{2A7E9FF1-0097-D627-AEB3-C54C1761D725}" dt="2024-04-27T07:09:17.732" v="638" actId="1076"/>
          <ac:spMkLst>
            <pc:docMk/>
            <pc:sldMk cId="1083274189" sldId="279"/>
            <ac:spMk id="4" creationId="{D7465F06-A7FC-EF43-5600-CA2A76F58050}"/>
          </ac:spMkLst>
        </pc:spChg>
        <pc:spChg chg="add del">
          <ac:chgData name="16010520102_SY_ZACK AMOD JAYWANT RADHIKA" userId="S::amod.zack@somaiya.edu::b41d1ce8-c5b8-4e68-bf0f-2fe1404d7832" providerId="AD" clId="Web-{2A7E9FF1-0097-D627-AEB3-C54C1761D725}" dt="2024-04-27T07:08:31.934" v="611"/>
          <ac:spMkLst>
            <pc:docMk/>
            <pc:sldMk cId="1083274189" sldId="279"/>
            <ac:spMk id="8" creationId="{BCED4D40-4B67-4331-AC48-79B82B4A47D8}"/>
          </ac:spMkLst>
        </pc:spChg>
        <pc:spChg chg="add del">
          <ac:chgData name="16010520102_SY_ZACK AMOD JAYWANT RADHIKA" userId="S::amod.zack@somaiya.edu::b41d1ce8-c5b8-4e68-bf0f-2fe1404d7832" providerId="AD" clId="Web-{2A7E9FF1-0097-D627-AEB3-C54C1761D725}" dt="2024-04-27T07:08:31.934" v="611"/>
          <ac:spMkLst>
            <pc:docMk/>
            <pc:sldMk cId="1083274189" sldId="279"/>
            <ac:spMk id="13" creationId="{670CEDEF-4F34-412E-84EE-329C1E936AF5}"/>
          </ac:spMkLst>
        </pc:spChg>
        <pc:graphicFrameChg chg="add mod modGraphic">
          <ac:chgData name="16010520102_SY_ZACK AMOD JAYWANT RADHIKA" userId="S::amod.zack@somaiya.edu::b41d1ce8-c5b8-4e68-bf0f-2fe1404d7832" providerId="AD" clId="Web-{2A7E9FF1-0097-D627-AEB3-C54C1761D725}" dt="2024-04-27T07:09:38.310" v="642"/>
          <ac:graphicFrameMkLst>
            <pc:docMk/>
            <pc:sldMk cId="1083274189" sldId="279"/>
            <ac:graphicFrameMk id="6" creationId="{0D5CC8DD-2207-47CC-3DCF-EF32B416F5E1}"/>
          </ac:graphicFrameMkLst>
        </pc:graphicFrameChg>
        <pc:graphicFrameChg chg="del">
          <ac:chgData name="16010520102_SY_ZACK AMOD JAYWANT RADHIKA" userId="S::amod.zack@somaiya.edu::b41d1ce8-c5b8-4e68-bf0f-2fe1404d7832" providerId="AD" clId="Web-{2A7E9FF1-0097-D627-AEB3-C54C1761D725}" dt="2024-04-27T07:06:18.635" v="593"/>
          <ac:graphicFrameMkLst>
            <pc:docMk/>
            <pc:sldMk cId="1083274189" sldId="279"/>
            <ac:graphicFrameMk id="11" creationId="{0905BFE0-C853-B2A2-5A39-79FF97237C6A}"/>
          </ac:graphicFrameMkLst>
        </pc:graphicFrameChg>
      </pc:sldChg>
      <pc:sldChg chg="delSp modSp new">
        <pc:chgData name="16010520102_SY_ZACK AMOD JAYWANT RADHIKA" userId="S::amod.zack@somaiya.edu::b41d1ce8-c5b8-4e68-bf0f-2fe1404d7832" providerId="AD" clId="Web-{2A7E9FF1-0097-D627-AEB3-C54C1761D725}" dt="2024-04-27T07:18:25.832" v="770"/>
        <pc:sldMkLst>
          <pc:docMk/>
          <pc:sldMk cId="3542992871" sldId="280"/>
        </pc:sldMkLst>
        <pc:spChg chg="mod">
          <ac:chgData name="16010520102_SY_ZACK AMOD JAYWANT RADHIKA" userId="S::amod.zack@somaiya.edu::b41d1ce8-c5b8-4e68-bf0f-2fe1404d7832" providerId="AD" clId="Web-{2A7E9FF1-0097-D627-AEB3-C54C1761D725}" dt="2024-04-27T07:12:41.094" v="716" actId="20577"/>
          <ac:spMkLst>
            <pc:docMk/>
            <pc:sldMk cId="3542992871" sldId="280"/>
            <ac:spMk id="2" creationId="{176F733E-4E8F-AE91-B989-8F5679D58F7C}"/>
          </ac:spMkLst>
        </pc:spChg>
        <pc:spChg chg="mod">
          <ac:chgData name="16010520102_SY_ZACK AMOD JAYWANT RADHIKA" userId="S::amod.zack@somaiya.edu::b41d1ce8-c5b8-4e68-bf0f-2fe1404d7832" providerId="AD" clId="Web-{2A7E9FF1-0097-D627-AEB3-C54C1761D725}" dt="2024-04-27T07:15:47.830" v="742" actId="14100"/>
          <ac:spMkLst>
            <pc:docMk/>
            <pc:sldMk cId="3542992871" sldId="280"/>
            <ac:spMk id="3" creationId="{9BAB61D1-5F05-92D8-AFBA-CA073C6EF28D}"/>
          </ac:spMkLst>
        </pc:spChg>
        <pc:spChg chg="del">
          <ac:chgData name="16010520102_SY_ZACK AMOD JAYWANT RADHIKA" userId="S::amod.zack@somaiya.edu::b41d1ce8-c5b8-4e68-bf0f-2fe1404d7832" providerId="AD" clId="Web-{2A7E9FF1-0097-D627-AEB3-C54C1761D725}" dt="2024-04-27T07:18:18.332" v="769"/>
          <ac:spMkLst>
            <pc:docMk/>
            <pc:sldMk cId="3542992871" sldId="280"/>
            <ac:spMk id="5" creationId="{1980B39B-6504-1F75-8616-1A1631D1641B}"/>
          </ac:spMkLst>
        </pc:spChg>
        <pc:spChg chg="del">
          <ac:chgData name="16010520102_SY_ZACK AMOD JAYWANT RADHIKA" userId="S::amod.zack@somaiya.edu::b41d1ce8-c5b8-4e68-bf0f-2fe1404d7832" providerId="AD" clId="Web-{2A7E9FF1-0097-D627-AEB3-C54C1761D725}" dt="2024-04-27T07:18:25.832" v="770"/>
          <ac:spMkLst>
            <pc:docMk/>
            <pc:sldMk cId="3542992871" sldId="280"/>
            <ac:spMk id="6" creationId="{1967A0E0-333A-C55B-50A9-8D908233E713}"/>
          </ac:spMkLst>
        </pc:spChg>
      </pc:sldChg>
    </pc:docChg>
  </pc:docChgLst>
  <pc:docChgLst>
    <pc:chgData name="16010520102_SY_ZACK AMOD JAYWANT RADHIKA" userId="S::amod.zack@somaiya.edu::b41d1ce8-c5b8-4e68-bf0f-2fe1404d7832" providerId="AD" clId="Web-{9B616922-C469-00C8-40BA-5CD0FCD4B7A1}"/>
    <pc:docChg chg="mod addSld delSld modSld sldOrd modMainMaster">
      <pc:chgData name="16010520102_SY_ZACK AMOD JAYWANT RADHIKA" userId="S::amod.zack@somaiya.edu::b41d1ce8-c5b8-4e68-bf0f-2fe1404d7832" providerId="AD" clId="Web-{9B616922-C469-00C8-40BA-5CD0FCD4B7A1}" dt="2024-04-29T07:17:05.010" v="397" actId="14100"/>
      <pc:docMkLst>
        <pc:docMk/>
      </pc:docMkLst>
      <pc:sldChg chg="addSp delSp modSp">
        <pc:chgData name="16010520102_SY_ZACK AMOD JAYWANT RADHIKA" userId="S::amod.zack@somaiya.edu::b41d1ce8-c5b8-4e68-bf0f-2fe1404d7832" providerId="AD" clId="Web-{9B616922-C469-00C8-40BA-5CD0FCD4B7A1}" dt="2024-04-29T07:08:41.145" v="323" actId="14100"/>
        <pc:sldMkLst>
          <pc:docMk/>
          <pc:sldMk cId="1834385884" sldId="256"/>
        </pc:sldMkLst>
        <pc:spChg chg="add del mod">
          <ac:chgData name="16010520102_SY_ZACK AMOD JAYWANT RADHIKA" userId="S::amod.zack@somaiya.edu::b41d1ce8-c5b8-4e68-bf0f-2fe1404d7832" providerId="AD" clId="Web-{9B616922-C469-00C8-40BA-5CD0FCD4B7A1}" dt="2024-04-29T06:57:16.169" v="320"/>
          <ac:spMkLst>
            <pc:docMk/>
            <pc:sldMk cId="1834385884" sldId="256"/>
            <ac:spMk id="3" creationId="{59FF9EE4-2133-E152-EA91-A88AB0C084BD}"/>
          </ac:spMkLst>
        </pc:spChg>
        <pc:spChg chg="add del mod">
          <ac:chgData name="16010520102_SY_ZACK AMOD JAYWANT RADHIKA" userId="S::amod.zack@somaiya.edu::b41d1ce8-c5b8-4e68-bf0f-2fe1404d7832" providerId="AD" clId="Web-{9B616922-C469-00C8-40BA-5CD0FCD4B7A1}" dt="2024-04-29T06:57:16.169" v="320"/>
          <ac:spMkLst>
            <pc:docMk/>
            <pc:sldMk cId="1834385884" sldId="256"/>
            <ac:spMk id="7" creationId="{78AC6FF0-C70F-9759-7F4B-235B9173CE19}"/>
          </ac:spMkLst>
        </pc:spChg>
        <pc:picChg chg="mod">
          <ac:chgData name="16010520102_SY_ZACK AMOD JAYWANT RADHIKA" userId="S::amod.zack@somaiya.edu::b41d1ce8-c5b8-4e68-bf0f-2fe1404d7832" providerId="AD" clId="Web-{9B616922-C469-00C8-40BA-5CD0FCD4B7A1}" dt="2024-04-29T07:08:41.145" v="323" actId="14100"/>
          <ac:picMkLst>
            <pc:docMk/>
            <pc:sldMk cId="1834385884" sldId="256"/>
            <ac:picMk id="5" creationId="{8E95EF31-2D5C-110E-607D-414852FA2DF1}"/>
          </ac:picMkLst>
        </pc:picChg>
      </pc:sldChg>
      <pc:sldChg chg="addSp delSp modSp">
        <pc:chgData name="16010520102_SY_ZACK AMOD JAYWANT RADHIKA" userId="S::amod.zack@somaiya.edu::b41d1ce8-c5b8-4e68-bf0f-2fe1404d7832" providerId="AD" clId="Web-{9B616922-C469-00C8-40BA-5CD0FCD4B7A1}" dt="2024-04-29T06:58:21.498" v="322"/>
        <pc:sldMkLst>
          <pc:docMk/>
          <pc:sldMk cId="3752511124" sldId="266"/>
        </pc:sldMkLst>
        <pc:spChg chg="add del mod">
          <ac:chgData name="16010520102_SY_ZACK AMOD JAYWANT RADHIKA" userId="S::amod.zack@somaiya.edu::b41d1ce8-c5b8-4e68-bf0f-2fe1404d7832" providerId="AD" clId="Web-{9B616922-C469-00C8-40BA-5CD0FCD4B7A1}" dt="2024-04-29T06:58:21.498" v="322"/>
          <ac:spMkLst>
            <pc:docMk/>
            <pc:sldMk cId="3752511124" sldId="266"/>
            <ac:spMk id="4" creationId="{C56B34B0-C71C-25A8-447F-9507DDD3553B}"/>
          </ac:spMkLst>
        </pc:spChg>
        <pc:spChg chg="add mod">
          <ac:chgData name="16010520102_SY_ZACK AMOD JAYWANT RADHIKA" userId="S::amod.zack@somaiya.edu::b41d1ce8-c5b8-4e68-bf0f-2fe1404d7832" providerId="AD" clId="Web-{9B616922-C469-00C8-40BA-5CD0FCD4B7A1}" dt="2024-04-29T06:57:12.153" v="318"/>
          <ac:spMkLst>
            <pc:docMk/>
            <pc:sldMk cId="3752511124" sldId="266"/>
            <ac:spMk id="5" creationId="{7BB37241-9CE9-0E2B-843C-BC50B2E6A5A9}"/>
          </ac:spMkLst>
        </pc:spChg>
      </pc:sldChg>
      <pc:sldChg chg="addSp delSp modSp">
        <pc:chgData name="16010520102_SY_ZACK AMOD JAYWANT RADHIKA" userId="S::amod.zack@somaiya.edu::b41d1ce8-c5b8-4e68-bf0f-2fe1404d7832" providerId="AD" clId="Web-{9B616922-C469-00C8-40BA-5CD0FCD4B7A1}" dt="2024-04-29T06:58:21.498" v="322"/>
        <pc:sldMkLst>
          <pc:docMk/>
          <pc:sldMk cId="1049811307" sldId="267"/>
        </pc:sldMkLst>
        <pc:spChg chg="mod">
          <ac:chgData name="16010520102_SY_ZACK AMOD JAYWANT RADHIKA" userId="S::amod.zack@somaiya.edu::b41d1ce8-c5b8-4e68-bf0f-2fe1404d7832" providerId="AD" clId="Web-{9B616922-C469-00C8-40BA-5CD0FCD4B7A1}" dt="2024-04-29T06:38:51.750" v="74" actId="20577"/>
          <ac:spMkLst>
            <pc:docMk/>
            <pc:sldMk cId="1049811307" sldId="267"/>
            <ac:spMk id="3" creationId="{DE8D5BDD-9EEF-4CFF-B71F-B0D589279DAB}"/>
          </ac:spMkLst>
        </pc:spChg>
        <pc:spChg chg="add del mod">
          <ac:chgData name="16010520102_SY_ZACK AMOD JAYWANT RADHIKA" userId="S::amod.zack@somaiya.edu::b41d1ce8-c5b8-4e68-bf0f-2fe1404d7832" providerId="AD" clId="Web-{9B616922-C469-00C8-40BA-5CD0FCD4B7A1}" dt="2024-04-29T06:58:21.498" v="322"/>
          <ac:spMkLst>
            <pc:docMk/>
            <pc:sldMk cId="1049811307" sldId="267"/>
            <ac:spMk id="4" creationId="{B9647A8B-5CDE-69E6-AECB-845E1591E652}"/>
          </ac:spMkLst>
        </pc:spChg>
        <pc:spChg chg="add mod">
          <ac:chgData name="16010520102_SY_ZACK AMOD JAYWANT RADHIKA" userId="S::amod.zack@somaiya.edu::b41d1ce8-c5b8-4e68-bf0f-2fe1404d7832" providerId="AD" clId="Web-{9B616922-C469-00C8-40BA-5CD0FCD4B7A1}" dt="2024-04-29T06:57:12.153" v="318"/>
          <ac:spMkLst>
            <pc:docMk/>
            <pc:sldMk cId="1049811307" sldId="267"/>
            <ac:spMk id="5" creationId="{0AB9F87C-FC25-2F9A-3AC9-C5215E837FB1}"/>
          </ac:spMkLst>
        </pc:spChg>
      </pc:sldChg>
      <pc:sldChg chg="addSp delSp modSp">
        <pc:chgData name="16010520102_SY_ZACK AMOD JAYWANT RADHIKA" userId="S::amod.zack@somaiya.edu::b41d1ce8-c5b8-4e68-bf0f-2fe1404d7832" providerId="AD" clId="Web-{9B616922-C469-00C8-40BA-5CD0FCD4B7A1}" dt="2024-04-29T07:16:28.260" v="387" actId="20577"/>
        <pc:sldMkLst>
          <pc:docMk/>
          <pc:sldMk cId="1758796227" sldId="268"/>
        </pc:sldMkLst>
        <pc:spChg chg="mod">
          <ac:chgData name="16010520102_SY_ZACK AMOD JAYWANT RADHIKA" userId="S::amod.zack@somaiya.edu::b41d1ce8-c5b8-4e68-bf0f-2fe1404d7832" providerId="AD" clId="Web-{9B616922-C469-00C8-40BA-5CD0FCD4B7A1}" dt="2024-04-29T07:16:28.260" v="387" actId="20577"/>
          <ac:spMkLst>
            <pc:docMk/>
            <pc:sldMk cId="1758796227" sldId="268"/>
            <ac:spMk id="3" creationId="{70DAE7BD-8121-C1C7-2D68-B5CD2DC20E6F}"/>
          </ac:spMkLst>
        </pc:spChg>
        <pc:spChg chg="add del mod">
          <ac:chgData name="16010520102_SY_ZACK AMOD JAYWANT RADHIKA" userId="S::amod.zack@somaiya.edu::b41d1ce8-c5b8-4e68-bf0f-2fe1404d7832" providerId="AD" clId="Web-{9B616922-C469-00C8-40BA-5CD0FCD4B7A1}" dt="2024-04-29T06:58:21.498" v="322"/>
          <ac:spMkLst>
            <pc:docMk/>
            <pc:sldMk cId="1758796227" sldId="268"/>
            <ac:spMk id="4" creationId="{F14EC5F1-E88B-C14D-8C95-066A7B15176A}"/>
          </ac:spMkLst>
        </pc:spChg>
        <pc:spChg chg="add mod">
          <ac:chgData name="16010520102_SY_ZACK AMOD JAYWANT RADHIKA" userId="S::amod.zack@somaiya.edu::b41d1ce8-c5b8-4e68-bf0f-2fe1404d7832" providerId="AD" clId="Web-{9B616922-C469-00C8-40BA-5CD0FCD4B7A1}" dt="2024-04-29T06:57:12.153" v="318"/>
          <ac:spMkLst>
            <pc:docMk/>
            <pc:sldMk cId="1758796227" sldId="268"/>
            <ac:spMk id="5" creationId="{FB4DCDAF-A448-68DE-0B95-A9AB9C2B1B1A}"/>
          </ac:spMkLst>
        </pc:spChg>
      </pc:sldChg>
      <pc:sldChg chg="addSp delSp modSp">
        <pc:chgData name="16010520102_SY_ZACK AMOD JAYWANT RADHIKA" userId="S::amod.zack@somaiya.edu::b41d1ce8-c5b8-4e68-bf0f-2fe1404d7832" providerId="AD" clId="Web-{9B616922-C469-00C8-40BA-5CD0FCD4B7A1}" dt="2024-04-29T07:17:05.010" v="397" actId="14100"/>
        <pc:sldMkLst>
          <pc:docMk/>
          <pc:sldMk cId="4059968420" sldId="269"/>
        </pc:sldMkLst>
        <pc:spChg chg="add del mod">
          <ac:chgData name="16010520102_SY_ZACK AMOD JAYWANT RADHIKA" userId="S::amod.zack@somaiya.edu::b41d1ce8-c5b8-4e68-bf0f-2fe1404d7832" providerId="AD" clId="Web-{9B616922-C469-00C8-40BA-5CD0FCD4B7A1}" dt="2024-04-29T06:58:21.498" v="322"/>
          <ac:spMkLst>
            <pc:docMk/>
            <pc:sldMk cId="4059968420" sldId="269"/>
            <ac:spMk id="3" creationId="{0E66EA6E-8535-EDDC-8F65-9BB194BEA9E9}"/>
          </ac:spMkLst>
        </pc:spChg>
        <pc:spChg chg="add mod">
          <ac:chgData name="16010520102_SY_ZACK AMOD JAYWANT RADHIKA" userId="S::amod.zack@somaiya.edu::b41d1ce8-c5b8-4e68-bf0f-2fe1404d7832" providerId="AD" clId="Web-{9B616922-C469-00C8-40BA-5CD0FCD4B7A1}" dt="2024-04-29T06:57:12.153" v="318"/>
          <ac:spMkLst>
            <pc:docMk/>
            <pc:sldMk cId="4059968420" sldId="269"/>
            <ac:spMk id="4" creationId="{24ECBB05-C895-8E90-E13B-E3B764C7F2EC}"/>
          </ac:spMkLst>
        </pc:spChg>
        <pc:spChg chg="mod">
          <ac:chgData name="16010520102_SY_ZACK AMOD JAYWANT RADHIKA" userId="S::amod.zack@somaiya.edu::b41d1ce8-c5b8-4e68-bf0f-2fe1404d7832" providerId="AD" clId="Web-{9B616922-C469-00C8-40BA-5CD0FCD4B7A1}" dt="2024-04-29T07:17:05.010" v="397" actId="14100"/>
          <ac:spMkLst>
            <pc:docMk/>
            <pc:sldMk cId="4059968420" sldId="269"/>
            <ac:spMk id="5" creationId="{7E30BE37-D062-3539-A238-B8065D07F50E}"/>
          </ac:spMkLst>
        </pc:spChg>
      </pc:sldChg>
      <pc:sldChg chg="addSp delSp modSp">
        <pc:chgData name="16010520102_SY_ZACK AMOD JAYWANT RADHIKA" userId="S::amod.zack@somaiya.edu::b41d1ce8-c5b8-4e68-bf0f-2fe1404d7832" providerId="AD" clId="Web-{9B616922-C469-00C8-40BA-5CD0FCD4B7A1}" dt="2024-04-29T06:58:21.498" v="322"/>
        <pc:sldMkLst>
          <pc:docMk/>
          <pc:sldMk cId="1406142174" sldId="270"/>
        </pc:sldMkLst>
        <pc:spChg chg="add del mod">
          <ac:chgData name="16010520102_SY_ZACK AMOD JAYWANT RADHIKA" userId="S::amod.zack@somaiya.edu::b41d1ce8-c5b8-4e68-bf0f-2fe1404d7832" providerId="AD" clId="Web-{9B616922-C469-00C8-40BA-5CD0FCD4B7A1}" dt="2024-04-29T06:58:21.498" v="322"/>
          <ac:spMkLst>
            <pc:docMk/>
            <pc:sldMk cId="1406142174" sldId="270"/>
            <ac:spMk id="4" creationId="{954C0C31-D48D-12A2-5EAA-8DF21D1F9949}"/>
          </ac:spMkLst>
        </pc:spChg>
        <pc:spChg chg="add mod">
          <ac:chgData name="16010520102_SY_ZACK AMOD JAYWANT RADHIKA" userId="S::amod.zack@somaiya.edu::b41d1ce8-c5b8-4e68-bf0f-2fe1404d7832" providerId="AD" clId="Web-{9B616922-C469-00C8-40BA-5CD0FCD4B7A1}" dt="2024-04-29T06:57:12.153" v="318"/>
          <ac:spMkLst>
            <pc:docMk/>
            <pc:sldMk cId="1406142174" sldId="270"/>
            <ac:spMk id="5" creationId="{B8837A49-93AB-1FD0-2235-29E96F4F573C}"/>
          </ac:spMkLst>
        </pc:spChg>
      </pc:sldChg>
      <pc:sldChg chg="addSp delSp modSp">
        <pc:chgData name="16010520102_SY_ZACK AMOD JAYWANT RADHIKA" userId="S::amod.zack@somaiya.edu::b41d1ce8-c5b8-4e68-bf0f-2fe1404d7832" providerId="AD" clId="Web-{9B616922-C469-00C8-40BA-5CD0FCD4B7A1}" dt="2024-04-29T06:58:21.498" v="322"/>
        <pc:sldMkLst>
          <pc:docMk/>
          <pc:sldMk cId="2398435360" sldId="272"/>
        </pc:sldMkLst>
        <pc:spChg chg="add del mod">
          <ac:chgData name="16010520102_SY_ZACK AMOD JAYWANT RADHIKA" userId="S::amod.zack@somaiya.edu::b41d1ce8-c5b8-4e68-bf0f-2fe1404d7832" providerId="AD" clId="Web-{9B616922-C469-00C8-40BA-5CD0FCD4B7A1}" dt="2024-04-29T06:58:21.498" v="322"/>
          <ac:spMkLst>
            <pc:docMk/>
            <pc:sldMk cId="2398435360" sldId="272"/>
            <ac:spMk id="4" creationId="{1695D228-4B67-4D0A-9A19-EB213086BBFD}"/>
          </ac:spMkLst>
        </pc:spChg>
        <pc:spChg chg="add mod">
          <ac:chgData name="16010520102_SY_ZACK AMOD JAYWANT RADHIKA" userId="S::amod.zack@somaiya.edu::b41d1ce8-c5b8-4e68-bf0f-2fe1404d7832" providerId="AD" clId="Web-{9B616922-C469-00C8-40BA-5CD0FCD4B7A1}" dt="2024-04-29T06:57:12.153" v="318"/>
          <ac:spMkLst>
            <pc:docMk/>
            <pc:sldMk cId="2398435360" sldId="272"/>
            <ac:spMk id="5" creationId="{F924AEAC-027D-58F9-95BC-1143A859337F}"/>
          </ac:spMkLst>
        </pc:spChg>
      </pc:sldChg>
      <pc:sldChg chg="addSp delSp modSp">
        <pc:chgData name="16010520102_SY_ZACK AMOD JAYWANT RADHIKA" userId="S::amod.zack@somaiya.edu::b41d1ce8-c5b8-4e68-bf0f-2fe1404d7832" providerId="AD" clId="Web-{9B616922-C469-00C8-40BA-5CD0FCD4B7A1}" dt="2024-04-29T06:58:21.498" v="322"/>
        <pc:sldMkLst>
          <pc:docMk/>
          <pc:sldMk cId="3998171908" sldId="273"/>
        </pc:sldMkLst>
        <pc:spChg chg="add del mod">
          <ac:chgData name="16010520102_SY_ZACK AMOD JAYWANT RADHIKA" userId="S::amod.zack@somaiya.edu::b41d1ce8-c5b8-4e68-bf0f-2fe1404d7832" providerId="AD" clId="Web-{9B616922-C469-00C8-40BA-5CD0FCD4B7A1}" dt="2024-04-29T06:58:21.498" v="322"/>
          <ac:spMkLst>
            <pc:docMk/>
            <pc:sldMk cId="3998171908" sldId="273"/>
            <ac:spMk id="4" creationId="{B50243E4-948A-6366-62EE-5B56F172D903}"/>
          </ac:spMkLst>
        </pc:spChg>
        <pc:spChg chg="add mod">
          <ac:chgData name="16010520102_SY_ZACK AMOD JAYWANT RADHIKA" userId="S::amod.zack@somaiya.edu::b41d1ce8-c5b8-4e68-bf0f-2fe1404d7832" providerId="AD" clId="Web-{9B616922-C469-00C8-40BA-5CD0FCD4B7A1}" dt="2024-04-29T06:57:12.153" v="318"/>
          <ac:spMkLst>
            <pc:docMk/>
            <pc:sldMk cId="3998171908" sldId="273"/>
            <ac:spMk id="5" creationId="{404361C5-2618-B81E-BC07-F9C67A8364FD}"/>
          </ac:spMkLst>
        </pc:spChg>
      </pc:sldChg>
      <pc:sldChg chg="addSp delSp modSp">
        <pc:chgData name="16010520102_SY_ZACK AMOD JAYWANT RADHIKA" userId="S::amod.zack@somaiya.edu::b41d1ce8-c5b8-4e68-bf0f-2fe1404d7832" providerId="AD" clId="Web-{9B616922-C469-00C8-40BA-5CD0FCD4B7A1}" dt="2024-04-29T06:58:21.498" v="322"/>
        <pc:sldMkLst>
          <pc:docMk/>
          <pc:sldMk cId="37623663" sldId="274"/>
        </pc:sldMkLst>
        <pc:spChg chg="add del mod">
          <ac:chgData name="16010520102_SY_ZACK AMOD JAYWANT RADHIKA" userId="S::amod.zack@somaiya.edu::b41d1ce8-c5b8-4e68-bf0f-2fe1404d7832" providerId="AD" clId="Web-{9B616922-C469-00C8-40BA-5CD0FCD4B7A1}" dt="2024-04-29T06:58:21.498" v="322"/>
          <ac:spMkLst>
            <pc:docMk/>
            <pc:sldMk cId="37623663" sldId="274"/>
            <ac:spMk id="3" creationId="{A55DD800-B511-85BF-FC2C-CA1FE277725F}"/>
          </ac:spMkLst>
        </pc:spChg>
        <pc:spChg chg="add mod">
          <ac:chgData name="16010520102_SY_ZACK AMOD JAYWANT RADHIKA" userId="S::amod.zack@somaiya.edu::b41d1ce8-c5b8-4e68-bf0f-2fe1404d7832" providerId="AD" clId="Web-{9B616922-C469-00C8-40BA-5CD0FCD4B7A1}" dt="2024-04-29T06:57:12.153" v="318"/>
          <ac:spMkLst>
            <pc:docMk/>
            <pc:sldMk cId="37623663" sldId="274"/>
            <ac:spMk id="4" creationId="{9D425EBE-0FB1-2CBF-C489-6FCEF2D583F6}"/>
          </ac:spMkLst>
        </pc:spChg>
      </pc:sldChg>
      <pc:sldChg chg="addSp delSp modSp">
        <pc:chgData name="16010520102_SY_ZACK AMOD JAYWANT RADHIKA" userId="S::amod.zack@somaiya.edu::b41d1ce8-c5b8-4e68-bf0f-2fe1404d7832" providerId="AD" clId="Web-{9B616922-C469-00C8-40BA-5CD0FCD4B7A1}" dt="2024-04-29T06:58:21.498" v="322"/>
        <pc:sldMkLst>
          <pc:docMk/>
          <pc:sldMk cId="3060112493" sldId="278"/>
        </pc:sldMkLst>
        <pc:spChg chg="mod">
          <ac:chgData name="16010520102_SY_ZACK AMOD JAYWANT RADHIKA" userId="S::amod.zack@somaiya.edu::b41d1ce8-c5b8-4e68-bf0f-2fe1404d7832" providerId="AD" clId="Web-{9B616922-C469-00C8-40BA-5CD0FCD4B7A1}" dt="2024-04-29T06:35:27.342" v="1" actId="20577"/>
          <ac:spMkLst>
            <pc:docMk/>
            <pc:sldMk cId="3060112493" sldId="278"/>
            <ac:spMk id="3" creationId="{A8BA0AA6-A21D-DAC9-E5ED-993AC96063DE}"/>
          </ac:spMkLst>
        </pc:spChg>
        <pc:spChg chg="add del mod">
          <ac:chgData name="16010520102_SY_ZACK AMOD JAYWANT RADHIKA" userId="S::amod.zack@somaiya.edu::b41d1ce8-c5b8-4e68-bf0f-2fe1404d7832" providerId="AD" clId="Web-{9B616922-C469-00C8-40BA-5CD0FCD4B7A1}" dt="2024-04-29T06:58:21.498" v="322"/>
          <ac:spMkLst>
            <pc:docMk/>
            <pc:sldMk cId="3060112493" sldId="278"/>
            <ac:spMk id="6" creationId="{47F94B0A-27F8-F621-9A65-D222CBE8112B}"/>
          </ac:spMkLst>
        </pc:spChg>
        <pc:spChg chg="add mod">
          <ac:chgData name="16010520102_SY_ZACK AMOD JAYWANT RADHIKA" userId="S::amod.zack@somaiya.edu::b41d1ce8-c5b8-4e68-bf0f-2fe1404d7832" providerId="AD" clId="Web-{9B616922-C469-00C8-40BA-5CD0FCD4B7A1}" dt="2024-04-29T06:57:12.153" v="318"/>
          <ac:spMkLst>
            <pc:docMk/>
            <pc:sldMk cId="3060112493" sldId="278"/>
            <ac:spMk id="7" creationId="{4F63677B-B2AC-E8FB-5A8A-B5B01A512F56}"/>
          </ac:spMkLst>
        </pc:spChg>
        <pc:graphicFrameChg chg="add mod modGraphic">
          <ac:chgData name="16010520102_SY_ZACK AMOD JAYWANT RADHIKA" userId="S::amod.zack@somaiya.edu::b41d1ce8-c5b8-4e68-bf0f-2fe1404d7832" providerId="AD" clId="Web-{9B616922-C469-00C8-40BA-5CD0FCD4B7A1}" dt="2024-04-29T06:36:47.577" v="43"/>
          <ac:graphicFrameMkLst>
            <pc:docMk/>
            <pc:sldMk cId="3060112493" sldId="278"/>
            <ac:graphicFrameMk id="5" creationId="{580F3850-B64E-5C28-14F2-77BFF9FDA156}"/>
          </ac:graphicFrameMkLst>
        </pc:graphicFrameChg>
      </pc:sldChg>
      <pc:sldChg chg="addSp delSp modSp">
        <pc:chgData name="16010520102_SY_ZACK AMOD JAYWANT RADHIKA" userId="S::amod.zack@somaiya.edu::b41d1ce8-c5b8-4e68-bf0f-2fe1404d7832" providerId="AD" clId="Web-{9B616922-C469-00C8-40BA-5CD0FCD4B7A1}" dt="2024-04-29T06:58:21.498" v="322"/>
        <pc:sldMkLst>
          <pc:docMk/>
          <pc:sldMk cId="1083274189" sldId="279"/>
        </pc:sldMkLst>
        <pc:spChg chg="add del mod">
          <ac:chgData name="16010520102_SY_ZACK AMOD JAYWANT RADHIKA" userId="S::amod.zack@somaiya.edu::b41d1ce8-c5b8-4e68-bf0f-2fe1404d7832" providerId="AD" clId="Web-{9B616922-C469-00C8-40BA-5CD0FCD4B7A1}" dt="2024-04-29T06:58:21.498" v="322"/>
          <ac:spMkLst>
            <pc:docMk/>
            <pc:sldMk cId="1083274189" sldId="279"/>
            <ac:spMk id="3" creationId="{D76300C8-5B2D-C001-353D-55C0B6D5F1F2}"/>
          </ac:spMkLst>
        </pc:spChg>
        <pc:spChg chg="add mod">
          <ac:chgData name="16010520102_SY_ZACK AMOD JAYWANT RADHIKA" userId="S::amod.zack@somaiya.edu::b41d1ce8-c5b8-4e68-bf0f-2fe1404d7832" providerId="AD" clId="Web-{9B616922-C469-00C8-40BA-5CD0FCD4B7A1}" dt="2024-04-29T06:57:12.153" v="318"/>
          <ac:spMkLst>
            <pc:docMk/>
            <pc:sldMk cId="1083274189" sldId="279"/>
            <ac:spMk id="5" creationId="{4F05DEBD-7D1E-07AA-19A8-BCB35E2A12BC}"/>
          </ac:spMkLst>
        </pc:spChg>
      </pc:sldChg>
      <pc:sldChg chg="addSp delSp modSp">
        <pc:chgData name="16010520102_SY_ZACK AMOD JAYWANT RADHIKA" userId="S::amod.zack@somaiya.edu::b41d1ce8-c5b8-4e68-bf0f-2fe1404d7832" providerId="AD" clId="Web-{9B616922-C469-00C8-40BA-5CD0FCD4B7A1}" dt="2024-04-29T06:58:21.498" v="322"/>
        <pc:sldMkLst>
          <pc:docMk/>
          <pc:sldMk cId="3542992871" sldId="280"/>
        </pc:sldMkLst>
        <pc:spChg chg="add del mod">
          <ac:chgData name="16010520102_SY_ZACK AMOD JAYWANT RADHIKA" userId="S::amod.zack@somaiya.edu::b41d1ce8-c5b8-4e68-bf0f-2fe1404d7832" providerId="AD" clId="Web-{9B616922-C469-00C8-40BA-5CD0FCD4B7A1}" dt="2024-04-29T06:58:21.498" v="322"/>
          <ac:spMkLst>
            <pc:docMk/>
            <pc:sldMk cId="3542992871" sldId="280"/>
            <ac:spMk id="5" creationId="{AC247780-5A01-43B1-67B5-91EA4976CEC4}"/>
          </ac:spMkLst>
        </pc:spChg>
        <pc:spChg chg="add mod">
          <ac:chgData name="16010520102_SY_ZACK AMOD JAYWANT RADHIKA" userId="S::amod.zack@somaiya.edu::b41d1ce8-c5b8-4e68-bf0f-2fe1404d7832" providerId="AD" clId="Web-{9B616922-C469-00C8-40BA-5CD0FCD4B7A1}" dt="2024-04-29T06:57:12.153" v="318"/>
          <ac:spMkLst>
            <pc:docMk/>
            <pc:sldMk cId="3542992871" sldId="280"/>
            <ac:spMk id="6" creationId="{F5E392A7-3424-1510-63CA-3897FCEFFABF}"/>
          </ac:spMkLst>
        </pc:spChg>
      </pc:sldChg>
      <pc:sldChg chg="delSp modSp new">
        <pc:chgData name="16010520102_SY_ZACK AMOD JAYWANT RADHIKA" userId="S::amod.zack@somaiya.edu::b41d1ce8-c5b8-4e68-bf0f-2fe1404d7832" providerId="AD" clId="Web-{9B616922-C469-00C8-40BA-5CD0FCD4B7A1}" dt="2024-04-29T06:58:21.498" v="322"/>
        <pc:sldMkLst>
          <pc:docMk/>
          <pc:sldMk cId="1782320644" sldId="281"/>
        </pc:sldMkLst>
        <pc:spChg chg="mod">
          <ac:chgData name="16010520102_SY_ZACK AMOD JAYWANT RADHIKA" userId="S::amod.zack@somaiya.edu::b41d1ce8-c5b8-4e68-bf0f-2fe1404d7832" providerId="AD" clId="Web-{9B616922-C469-00C8-40BA-5CD0FCD4B7A1}" dt="2024-04-29T06:37:39.734" v="56" actId="20577"/>
          <ac:spMkLst>
            <pc:docMk/>
            <pc:sldMk cId="1782320644" sldId="281"/>
            <ac:spMk id="2" creationId="{45DEDD58-6050-705E-B02F-7DDF97527FD1}"/>
          </ac:spMkLst>
        </pc:spChg>
        <pc:spChg chg="mod">
          <ac:chgData name="16010520102_SY_ZACK AMOD JAYWANT RADHIKA" userId="S::amod.zack@somaiya.edu::b41d1ce8-c5b8-4e68-bf0f-2fe1404d7832" providerId="AD" clId="Web-{9B616922-C469-00C8-40BA-5CD0FCD4B7A1}" dt="2024-04-29T06:38:05.453" v="60" actId="20577"/>
          <ac:spMkLst>
            <pc:docMk/>
            <pc:sldMk cId="1782320644" sldId="281"/>
            <ac:spMk id="3" creationId="{626C3FF8-6937-FDE0-854A-FDAB5583508F}"/>
          </ac:spMkLst>
        </pc:spChg>
        <pc:spChg chg="del mod">
          <ac:chgData name="16010520102_SY_ZACK AMOD JAYWANT RADHIKA" userId="S::amod.zack@somaiya.edu::b41d1ce8-c5b8-4e68-bf0f-2fe1404d7832" providerId="AD" clId="Web-{9B616922-C469-00C8-40BA-5CD0FCD4B7A1}" dt="2024-04-29T06:58:21.498" v="322"/>
          <ac:spMkLst>
            <pc:docMk/>
            <pc:sldMk cId="1782320644" sldId="281"/>
            <ac:spMk id="5" creationId="{3DFE43D6-0133-67F2-9C3A-E37D4D5A34B2}"/>
          </ac:spMkLst>
        </pc:spChg>
      </pc:sldChg>
      <pc:sldChg chg="delSp modSp new">
        <pc:chgData name="16010520102_SY_ZACK AMOD JAYWANT RADHIKA" userId="S::amod.zack@somaiya.edu::b41d1ce8-c5b8-4e68-bf0f-2fe1404d7832" providerId="AD" clId="Web-{9B616922-C469-00C8-40BA-5CD0FCD4B7A1}" dt="2024-04-29T06:58:19.685" v="321"/>
        <pc:sldMkLst>
          <pc:docMk/>
          <pc:sldMk cId="1724503539" sldId="282"/>
        </pc:sldMkLst>
        <pc:spChg chg="mod">
          <ac:chgData name="16010520102_SY_ZACK AMOD JAYWANT RADHIKA" userId="S::amod.zack@somaiya.edu::b41d1ce8-c5b8-4e68-bf0f-2fe1404d7832" providerId="AD" clId="Web-{9B616922-C469-00C8-40BA-5CD0FCD4B7A1}" dt="2024-04-29T06:41:01.174" v="89" actId="20577"/>
          <ac:spMkLst>
            <pc:docMk/>
            <pc:sldMk cId="1724503539" sldId="282"/>
            <ac:spMk id="2" creationId="{9A36FA69-A7C2-334E-2405-E15177435F6D}"/>
          </ac:spMkLst>
        </pc:spChg>
        <pc:spChg chg="mod">
          <ac:chgData name="16010520102_SY_ZACK AMOD JAYWANT RADHIKA" userId="S::amod.zack@somaiya.edu::b41d1ce8-c5b8-4e68-bf0f-2fe1404d7832" providerId="AD" clId="Web-{9B616922-C469-00C8-40BA-5CD0FCD4B7A1}" dt="2024-04-29T06:54:58.105" v="316" actId="20577"/>
          <ac:spMkLst>
            <pc:docMk/>
            <pc:sldMk cId="1724503539" sldId="282"/>
            <ac:spMk id="3" creationId="{94117561-AD38-5FF1-8F68-C77B59FC744B}"/>
          </ac:spMkLst>
        </pc:spChg>
        <pc:spChg chg="del mod">
          <ac:chgData name="16010520102_SY_ZACK AMOD JAYWANT RADHIKA" userId="S::amod.zack@somaiya.edu::b41d1ce8-c5b8-4e68-bf0f-2fe1404d7832" providerId="AD" clId="Web-{9B616922-C469-00C8-40BA-5CD0FCD4B7A1}" dt="2024-04-29T06:58:19.685" v="321"/>
          <ac:spMkLst>
            <pc:docMk/>
            <pc:sldMk cId="1724503539" sldId="282"/>
            <ac:spMk id="5" creationId="{8436B5AA-D3BF-3AB7-3E0D-BD69C1761E31}"/>
          </ac:spMkLst>
        </pc:spChg>
      </pc:sldChg>
      <pc:sldChg chg="new del">
        <pc:chgData name="16010520102_SY_ZACK AMOD JAYWANT RADHIKA" userId="S::amod.zack@somaiya.edu::b41d1ce8-c5b8-4e68-bf0f-2fe1404d7832" providerId="AD" clId="Web-{9B616922-C469-00C8-40BA-5CD0FCD4B7A1}" dt="2024-04-29T06:43:47.410" v="173"/>
        <pc:sldMkLst>
          <pc:docMk/>
          <pc:sldMk cId="1221136227" sldId="283"/>
        </pc:sldMkLst>
      </pc:sldChg>
      <pc:sldChg chg="new del">
        <pc:chgData name="16010520102_SY_ZACK AMOD JAYWANT RADHIKA" userId="S::amod.zack@somaiya.edu::b41d1ce8-c5b8-4e68-bf0f-2fe1404d7832" providerId="AD" clId="Web-{9B616922-C469-00C8-40BA-5CD0FCD4B7A1}" dt="2024-04-29T06:44:30.738" v="179"/>
        <pc:sldMkLst>
          <pc:docMk/>
          <pc:sldMk cId="1543240547" sldId="283"/>
        </pc:sldMkLst>
      </pc:sldChg>
      <pc:sldChg chg="new del">
        <pc:chgData name="16010520102_SY_ZACK AMOD JAYWANT RADHIKA" userId="S::amod.zack@somaiya.edu::b41d1ce8-c5b8-4e68-bf0f-2fe1404d7832" providerId="AD" clId="Web-{9B616922-C469-00C8-40BA-5CD0FCD4B7A1}" dt="2024-04-29T06:44:39.348" v="181"/>
        <pc:sldMkLst>
          <pc:docMk/>
          <pc:sldMk cId="2562537404" sldId="283"/>
        </pc:sldMkLst>
      </pc:sldChg>
      <pc:sldChg chg="new del">
        <pc:chgData name="16010520102_SY_ZACK AMOD JAYWANT RADHIKA" userId="S::amod.zack@somaiya.edu::b41d1ce8-c5b8-4e68-bf0f-2fe1404d7832" providerId="AD" clId="Web-{9B616922-C469-00C8-40BA-5CD0FCD4B7A1}" dt="2024-04-29T06:44:49.864" v="183"/>
        <pc:sldMkLst>
          <pc:docMk/>
          <pc:sldMk cId="2726573362" sldId="283"/>
        </pc:sldMkLst>
      </pc:sldChg>
      <pc:sldChg chg="new del ord">
        <pc:chgData name="16010520102_SY_ZACK AMOD JAYWANT RADHIKA" userId="S::amod.zack@somaiya.edu::b41d1ce8-c5b8-4e68-bf0f-2fe1404d7832" providerId="AD" clId="Web-{9B616922-C469-00C8-40BA-5CD0FCD4B7A1}" dt="2024-04-29T06:44:16.316" v="177"/>
        <pc:sldMkLst>
          <pc:docMk/>
          <pc:sldMk cId="2801169491" sldId="283"/>
        </pc:sldMkLst>
      </pc:sldChg>
      <pc:sldChg chg="addSp delSp modSp new">
        <pc:chgData name="16010520102_SY_ZACK AMOD JAYWANT RADHIKA" userId="S::amod.zack@somaiya.edu::b41d1ce8-c5b8-4e68-bf0f-2fe1404d7832" providerId="AD" clId="Web-{9B616922-C469-00C8-40BA-5CD0FCD4B7A1}" dt="2024-04-29T07:12:56.930" v="379" actId="1076"/>
        <pc:sldMkLst>
          <pc:docMk/>
          <pc:sldMk cId="3211772678" sldId="283"/>
        </pc:sldMkLst>
        <pc:spChg chg="mod">
          <ac:chgData name="16010520102_SY_ZACK AMOD JAYWANT RADHIKA" userId="S::amod.zack@somaiya.edu::b41d1ce8-c5b8-4e68-bf0f-2fe1404d7832" providerId="AD" clId="Web-{9B616922-C469-00C8-40BA-5CD0FCD4B7A1}" dt="2024-04-29T07:09:56.787" v="333" actId="20577"/>
          <ac:spMkLst>
            <pc:docMk/>
            <pc:sldMk cId="3211772678" sldId="283"/>
            <ac:spMk id="2" creationId="{2BE62968-1120-C221-8B2D-9A120B4988C0}"/>
          </ac:spMkLst>
        </pc:spChg>
        <pc:spChg chg="del mod">
          <ac:chgData name="16010520102_SY_ZACK AMOD JAYWANT RADHIKA" userId="S::amod.zack@somaiya.edu::b41d1ce8-c5b8-4e68-bf0f-2fe1404d7832" providerId="AD" clId="Web-{9B616922-C469-00C8-40BA-5CD0FCD4B7A1}" dt="2024-04-29T07:10:15.506" v="335"/>
          <ac:spMkLst>
            <pc:docMk/>
            <pc:sldMk cId="3211772678" sldId="283"/>
            <ac:spMk id="3" creationId="{B0CB9190-DE87-5E3D-1278-99A25C66E9DB}"/>
          </ac:spMkLst>
        </pc:spChg>
        <pc:spChg chg="add mod">
          <ac:chgData name="16010520102_SY_ZACK AMOD JAYWANT RADHIKA" userId="S::amod.zack@somaiya.edu::b41d1ce8-c5b8-4e68-bf0f-2fe1404d7832" providerId="AD" clId="Web-{9B616922-C469-00C8-40BA-5CD0FCD4B7A1}" dt="2024-04-29T07:12:56.930" v="379" actId="1076"/>
          <ac:spMkLst>
            <pc:docMk/>
            <pc:sldMk cId="3211772678" sldId="283"/>
            <ac:spMk id="7" creationId="{9BF322A2-56BF-D374-F14A-907964D7B04F}"/>
          </ac:spMkLst>
        </pc:spChg>
        <pc:picChg chg="add mod ord">
          <ac:chgData name="16010520102_SY_ZACK AMOD JAYWANT RADHIKA" userId="S::amod.zack@somaiya.edu::b41d1ce8-c5b8-4e68-bf0f-2fe1404d7832" providerId="AD" clId="Web-{9B616922-C469-00C8-40BA-5CD0FCD4B7A1}" dt="2024-04-29T07:11:44.116" v="342" actId="1076"/>
          <ac:picMkLst>
            <pc:docMk/>
            <pc:sldMk cId="3211772678" sldId="283"/>
            <ac:picMk id="6" creationId="{6E529D70-0A97-FAB4-C60A-732A1722A129}"/>
          </ac:picMkLst>
        </pc:picChg>
      </pc:sldChg>
      <pc:sldMasterChg chg="modSp mod modSldLayout">
        <pc:chgData name="16010520102_SY_ZACK AMOD JAYWANT RADHIKA" userId="S::amod.zack@somaiya.edu::b41d1ce8-c5b8-4e68-bf0f-2fe1404d7832" providerId="AD" clId="Web-{9B616922-C469-00C8-40BA-5CD0FCD4B7A1}" dt="2024-04-29T06:58:21.498" v="322"/>
        <pc:sldMasterMkLst>
          <pc:docMk/>
          <pc:sldMasterMk cId="1123046800" sldId="2147483691"/>
        </pc:sldMasterMkLst>
        <pc:spChg chg="mod">
          <ac:chgData name="16010520102_SY_ZACK AMOD JAYWANT RADHIKA" userId="S::amod.zack@somaiya.edu::b41d1ce8-c5b8-4e68-bf0f-2fe1404d7832" providerId="AD" clId="Web-{9B616922-C469-00C8-40BA-5CD0FCD4B7A1}" dt="2024-04-29T06:57:12.153" v="318"/>
          <ac:spMkLst>
            <pc:docMk/>
            <pc:sldMasterMk cId="1123046800" sldId="2147483691"/>
            <ac:spMk id="5" creationId="{D4E1B7C8-DA74-800B-EE14-A39E9DB32DE4}"/>
          </ac:spMkLst>
        </pc:sp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1326602130" sldId="2147483692"/>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1326602130" sldId="2147483692"/>
              <ac:spMk id="5" creationId="{5B407A58-3351-E479-1A0C-2FF49FA42707}"/>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2515937173" sldId="2147483693"/>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2515937173" sldId="2147483693"/>
              <ac:spMk id="5" creationId="{B17E6B5E-6174-FD5C-41E8-FFC44C650D7E}"/>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41862864" sldId="2147483694"/>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41862864" sldId="2147483694"/>
              <ac:spMk id="5" creationId="{82FA13D1-1FBA-E820-323B-77B41F1A665D}"/>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50782953" sldId="2147483695"/>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50782953" sldId="2147483695"/>
              <ac:spMk id="6" creationId="{C2BDD5A2-CE3E-3215-6DAA-F75C0D1229DA}"/>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855616724" sldId="2147483696"/>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855616724" sldId="2147483696"/>
              <ac:spMk id="8" creationId="{949D76D8-9033-26CF-BF4C-AECCC685C177}"/>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884351474" sldId="2147483697"/>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884351474" sldId="2147483697"/>
              <ac:spMk id="4" creationId="{6B968DDD-323F-89A1-84E3-DDBA626D9386}"/>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2870001813" sldId="2147483698"/>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2870001813" sldId="2147483698"/>
              <ac:spMk id="3" creationId="{10EAA6C9-A7F3-19F1-D17C-A1D83FAF553F}"/>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2362058188" sldId="2147483699"/>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2362058188" sldId="2147483699"/>
              <ac:spMk id="6" creationId="{9C85A215-184B-2105-0279-ED02F6445831}"/>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2834211953" sldId="2147483700"/>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2834211953" sldId="2147483700"/>
              <ac:spMk id="6" creationId="{7FDC75DA-9A78-9AB9-7171-95A08CC51C56}"/>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75462685" sldId="2147483701"/>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75462685" sldId="2147483701"/>
              <ac:spMk id="5" creationId="{2C26C9BE-9060-50CB-2BB7-07307FF89A7A}"/>
            </ac:spMkLst>
          </pc:spChg>
        </pc:sldLayoutChg>
        <pc:sldLayoutChg chg="modSp mod">
          <pc:chgData name="16010520102_SY_ZACK AMOD JAYWANT RADHIKA" userId="S::amod.zack@somaiya.edu::b41d1ce8-c5b8-4e68-bf0f-2fe1404d7832" providerId="AD" clId="Web-{9B616922-C469-00C8-40BA-5CD0FCD4B7A1}" dt="2024-04-29T06:58:21.498" v="322"/>
          <pc:sldLayoutMkLst>
            <pc:docMk/>
            <pc:sldMasterMk cId="1123046800" sldId="2147483691"/>
            <pc:sldLayoutMk cId="3073944951" sldId="2147483702"/>
          </pc:sldLayoutMkLst>
          <pc:spChg chg="mod">
            <ac:chgData name="16010520102_SY_ZACK AMOD JAYWANT RADHIKA" userId="S::amod.zack@somaiya.edu::b41d1ce8-c5b8-4e68-bf0f-2fe1404d7832" providerId="AD" clId="Web-{9B616922-C469-00C8-40BA-5CD0FCD4B7A1}" dt="2024-04-29T06:57:12.153" v="318"/>
            <ac:spMkLst>
              <pc:docMk/>
              <pc:sldMasterMk cId="1123046800" sldId="2147483691"/>
              <pc:sldLayoutMk cId="3073944951" sldId="2147483702"/>
              <ac:spMk id="5" creationId="{919AA929-A9E6-FF9C-0C59-177F892D6A69}"/>
            </ac:spMkLst>
          </pc:spChg>
        </pc:sldLayoutChg>
      </pc:sldMasterChg>
    </pc:docChg>
  </pc:docChgLst>
  <pc:docChgLst>
    <pc:chgData name="16010520102_SY_ZACK AMOD JAYWANT RADHIKA" userId="S::amod.zack@somaiya.edu::b41d1ce8-c5b8-4e68-bf0f-2fe1404d7832" providerId="AD" clId="Web-{FD4DFBC3-0CCD-710A-C17A-404D8BD24283}"/>
    <pc:docChg chg="modSld sldOrd">
      <pc:chgData name="16010520102_SY_ZACK AMOD JAYWANT RADHIKA" userId="S::amod.zack@somaiya.edu::b41d1ce8-c5b8-4e68-bf0f-2fe1404d7832" providerId="AD" clId="Web-{FD4DFBC3-0CCD-710A-C17A-404D8BD24283}" dt="2024-04-29T09:24:47.106" v="6"/>
      <pc:docMkLst>
        <pc:docMk/>
      </pc:docMkLst>
      <pc:sldChg chg="modSp">
        <pc:chgData name="16010520102_SY_ZACK AMOD JAYWANT RADHIKA" userId="S::amod.zack@somaiya.edu::b41d1ce8-c5b8-4e68-bf0f-2fe1404d7832" providerId="AD" clId="Web-{FD4DFBC3-0CCD-710A-C17A-404D8BD24283}" dt="2024-04-29T09:08:54.754" v="2" actId="1076"/>
        <pc:sldMkLst>
          <pc:docMk/>
          <pc:sldMk cId="4059968420" sldId="269"/>
        </pc:sldMkLst>
        <pc:spChg chg="mod">
          <ac:chgData name="16010520102_SY_ZACK AMOD JAYWANT RADHIKA" userId="S::amod.zack@somaiya.edu::b41d1ce8-c5b8-4e68-bf0f-2fe1404d7832" providerId="AD" clId="Web-{FD4DFBC3-0CCD-710A-C17A-404D8BD24283}" dt="2024-04-29T09:08:44.535" v="0" actId="1076"/>
          <ac:spMkLst>
            <pc:docMk/>
            <pc:sldMk cId="4059968420" sldId="269"/>
            <ac:spMk id="2" creationId="{BAACF22B-A95F-B98F-509A-C68B2E5856DE}"/>
          </ac:spMkLst>
        </pc:spChg>
        <pc:spChg chg="mod">
          <ac:chgData name="16010520102_SY_ZACK AMOD JAYWANT RADHIKA" userId="S::amod.zack@somaiya.edu::b41d1ce8-c5b8-4e68-bf0f-2fe1404d7832" providerId="AD" clId="Web-{FD4DFBC3-0CCD-710A-C17A-404D8BD24283}" dt="2024-04-29T09:08:54.754" v="2" actId="1076"/>
          <ac:spMkLst>
            <pc:docMk/>
            <pc:sldMk cId="4059968420" sldId="269"/>
            <ac:spMk id="5" creationId="{7E30BE37-D062-3539-A238-B8065D07F50E}"/>
          </ac:spMkLst>
        </pc:spChg>
      </pc:sldChg>
      <pc:sldChg chg="ord">
        <pc:chgData name="16010520102_SY_ZACK AMOD JAYWANT RADHIKA" userId="S::amod.zack@somaiya.edu::b41d1ce8-c5b8-4e68-bf0f-2fe1404d7832" providerId="AD" clId="Web-{FD4DFBC3-0CCD-710A-C17A-404D8BD24283}" dt="2024-04-29T09:24:47.106" v="6"/>
        <pc:sldMkLst>
          <pc:docMk/>
          <pc:sldMk cId="1406142174" sldId="270"/>
        </pc:sldMkLst>
      </pc:sldChg>
      <pc:sldChg chg="modSp">
        <pc:chgData name="16010520102_SY_ZACK AMOD JAYWANT RADHIKA" userId="S::amod.zack@somaiya.edu::b41d1ce8-c5b8-4e68-bf0f-2fe1404d7832" providerId="AD" clId="Web-{FD4DFBC3-0CCD-710A-C17A-404D8BD24283}" dt="2024-04-29T09:24:37.919" v="5" actId="1076"/>
        <pc:sldMkLst>
          <pc:docMk/>
          <pc:sldMk cId="3998171908" sldId="273"/>
        </pc:sldMkLst>
        <pc:picChg chg="mod">
          <ac:chgData name="16010520102_SY_ZACK AMOD JAYWANT RADHIKA" userId="S::amod.zack@somaiya.edu::b41d1ce8-c5b8-4e68-bf0f-2fe1404d7832" providerId="AD" clId="Web-{FD4DFBC3-0CCD-710A-C17A-404D8BD24283}" dt="2024-04-29T09:24:37.919" v="5" actId="1076"/>
          <ac:picMkLst>
            <pc:docMk/>
            <pc:sldMk cId="3998171908" sldId="273"/>
            <ac:picMk id="3" creationId="{C96329CB-DD2B-36E4-3C2D-7792D78A1CBE}"/>
          </ac:picMkLst>
        </pc:picChg>
      </pc:sldChg>
    </pc:docChg>
  </pc:docChgLst>
  <pc:docChgLst>
    <pc:chgData name="16010520102_SY_ZACK AMOD JAYWANT RADHIKA" userId="S::amod.zack@somaiya.edu::b41d1ce8-c5b8-4e68-bf0f-2fe1404d7832" providerId="AD" clId="Web-{7396E7D8-D5D5-75D2-B749-DEC00806A2F6}"/>
    <pc:docChg chg="addSld delSld modSld">
      <pc:chgData name="16010520102_SY_ZACK AMOD JAYWANT RADHIKA" userId="S::amod.zack@somaiya.edu::b41d1ce8-c5b8-4e68-bf0f-2fe1404d7832" providerId="AD" clId="Web-{7396E7D8-D5D5-75D2-B749-DEC00806A2F6}" dt="2024-04-29T12:39:28.939" v="84" actId="20577"/>
      <pc:docMkLst>
        <pc:docMk/>
      </pc:docMkLst>
      <pc:sldChg chg="addSp delSp modSp">
        <pc:chgData name="16010520102_SY_ZACK AMOD JAYWANT RADHIKA" userId="S::amod.zack@somaiya.edu::b41d1ce8-c5b8-4e68-bf0f-2fe1404d7832" providerId="AD" clId="Web-{7396E7D8-D5D5-75D2-B749-DEC00806A2F6}" dt="2024-04-29T12:35:55.954" v="60"/>
        <pc:sldMkLst>
          <pc:docMk/>
          <pc:sldMk cId="3060112493" sldId="278"/>
        </pc:sldMkLst>
        <pc:spChg chg="del">
          <ac:chgData name="16010520102_SY_ZACK AMOD JAYWANT RADHIKA" userId="S::amod.zack@somaiya.edu::b41d1ce8-c5b8-4e68-bf0f-2fe1404d7832" providerId="AD" clId="Web-{7396E7D8-D5D5-75D2-B749-DEC00806A2F6}" dt="2024-04-29T12:26:27.359" v="2"/>
          <ac:spMkLst>
            <pc:docMk/>
            <pc:sldMk cId="3060112493" sldId="278"/>
            <ac:spMk id="3" creationId="{A8BA0AA6-A21D-DAC9-E5ED-993AC96063DE}"/>
          </ac:spMkLst>
        </pc:spChg>
        <pc:spChg chg="add del mod">
          <ac:chgData name="16010520102_SY_ZACK AMOD JAYWANT RADHIKA" userId="S::amod.zack@somaiya.edu::b41d1ce8-c5b8-4e68-bf0f-2fe1404d7832" providerId="AD" clId="Web-{7396E7D8-D5D5-75D2-B749-DEC00806A2F6}" dt="2024-04-29T12:35:33.970" v="3"/>
          <ac:spMkLst>
            <pc:docMk/>
            <pc:sldMk cId="3060112493" sldId="278"/>
            <ac:spMk id="6" creationId="{97223AC9-F74D-2235-924C-0E6ED0BA9F6E}"/>
          </ac:spMkLst>
        </pc:spChg>
        <pc:graphicFrameChg chg="del">
          <ac:chgData name="16010520102_SY_ZACK AMOD JAYWANT RADHIKA" userId="S::amod.zack@somaiya.edu::b41d1ce8-c5b8-4e68-bf0f-2fe1404d7832" providerId="AD" clId="Web-{7396E7D8-D5D5-75D2-B749-DEC00806A2F6}" dt="2024-04-29T12:26:27.344" v="1"/>
          <ac:graphicFrameMkLst>
            <pc:docMk/>
            <pc:sldMk cId="3060112493" sldId="278"/>
            <ac:graphicFrameMk id="5" creationId="{580F3850-B64E-5C28-14F2-77BFF9FDA156}"/>
          </ac:graphicFrameMkLst>
        </pc:graphicFrameChg>
        <pc:graphicFrameChg chg="add mod ord modGraphic">
          <ac:chgData name="16010520102_SY_ZACK AMOD JAYWANT RADHIKA" userId="S::amod.zack@somaiya.edu::b41d1ce8-c5b8-4e68-bf0f-2fe1404d7832" providerId="AD" clId="Web-{7396E7D8-D5D5-75D2-B749-DEC00806A2F6}" dt="2024-04-29T12:35:55.954" v="60"/>
          <ac:graphicFrameMkLst>
            <pc:docMk/>
            <pc:sldMk cId="3060112493" sldId="278"/>
            <ac:graphicFrameMk id="9" creationId="{84E2DFF6-8C26-3C02-1798-269A285A3891}"/>
          </ac:graphicFrameMkLst>
        </pc:graphicFrameChg>
      </pc:sldChg>
      <pc:sldChg chg="del">
        <pc:chgData name="16010520102_SY_ZACK AMOD JAYWANT RADHIKA" userId="S::amod.zack@somaiya.edu::b41d1ce8-c5b8-4e68-bf0f-2fe1404d7832" providerId="AD" clId="Web-{7396E7D8-D5D5-75D2-B749-DEC00806A2F6}" dt="2024-04-29T12:26:04.781" v="0"/>
        <pc:sldMkLst>
          <pc:docMk/>
          <pc:sldMk cId="1782320644" sldId="281"/>
        </pc:sldMkLst>
      </pc:sldChg>
      <pc:sldChg chg="modSp new">
        <pc:chgData name="16010520102_SY_ZACK AMOD JAYWANT RADHIKA" userId="S::amod.zack@somaiya.edu::b41d1ce8-c5b8-4e68-bf0f-2fe1404d7832" providerId="AD" clId="Web-{7396E7D8-D5D5-75D2-B749-DEC00806A2F6}" dt="2024-04-29T12:39:03.424" v="78" actId="20577"/>
        <pc:sldMkLst>
          <pc:docMk/>
          <pc:sldMk cId="2819564825" sldId="284"/>
        </pc:sldMkLst>
        <pc:spChg chg="mod">
          <ac:chgData name="16010520102_SY_ZACK AMOD JAYWANT RADHIKA" userId="S::amod.zack@somaiya.edu::b41d1ce8-c5b8-4e68-bf0f-2fe1404d7832" providerId="AD" clId="Web-{7396E7D8-D5D5-75D2-B749-DEC00806A2F6}" dt="2024-04-29T12:39:03.424" v="78" actId="20577"/>
          <ac:spMkLst>
            <pc:docMk/>
            <pc:sldMk cId="2819564825" sldId="284"/>
            <ac:spMk id="2" creationId="{ABF43540-0770-585B-CD27-058F77B8FD04}"/>
          </ac:spMkLst>
        </pc:spChg>
      </pc:sldChg>
      <pc:sldChg chg="modSp new">
        <pc:chgData name="16010520102_SY_ZACK AMOD JAYWANT RADHIKA" userId="S::amod.zack@somaiya.edu::b41d1ce8-c5b8-4e68-bf0f-2fe1404d7832" providerId="AD" clId="Web-{7396E7D8-D5D5-75D2-B749-DEC00806A2F6}" dt="2024-04-29T12:39:28.939" v="84" actId="20577"/>
        <pc:sldMkLst>
          <pc:docMk/>
          <pc:sldMk cId="294652106" sldId="285"/>
        </pc:sldMkLst>
        <pc:spChg chg="mod">
          <ac:chgData name="16010520102_SY_ZACK AMOD JAYWANT RADHIKA" userId="S::amod.zack@somaiya.edu::b41d1ce8-c5b8-4e68-bf0f-2fe1404d7832" providerId="AD" clId="Web-{7396E7D8-D5D5-75D2-B749-DEC00806A2F6}" dt="2024-04-29T12:39:28.939" v="84" actId="20577"/>
          <ac:spMkLst>
            <pc:docMk/>
            <pc:sldMk cId="294652106" sldId="285"/>
            <ac:spMk id="2" creationId="{412E676B-CF9B-B415-8B02-EF46FC518F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E219A8-7BAB-4688-8D65-6762482140D2}" type="datetimeFigureOut">
              <a:rPr lang="en-IN" smtClean="0"/>
              <a:t>29-04-2024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3B8D6D-0FF8-4F25-86BC-C9C1A119F5A4}" type="slidenum">
              <a:rPr lang="en-IN" smtClean="0"/>
              <a:t>‹#›</a:t>
            </a:fld>
            <a:endParaRPr lang="en-IN"/>
          </a:p>
        </p:txBody>
      </p:sp>
    </p:spTree>
    <p:extLst>
      <p:ext uri="{BB962C8B-B14F-4D97-AF65-F5344CB8AC3E}">
        <p14:creationId xmlns:p14="http://schemas.microsoft.com/office/powerpoint/2010/main" val="3208994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r>
              <a:rPr lang="en-US"/>
              <a:t>Click to edit Master title style</a:t>
            </a:r>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              </a:t>
            </a: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A332BE1-279E-4118-9FE3-7952B079A510}" type="datetimeFigureOut">
              <a:rPr lang="en-US" smtClean="0"/>
              <a:t>4/29/2024</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220720453"/>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u="heavy">
                <a:solidFill>
                  <a:srgbClr val="930B0B"/>
                </a:solidFill>
                <a:latin typeface="Times New Roman"/>
                <a:cs typeface="Times New Roman"/>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              </a:t>
            </a: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3E7156E-175E-4DBA-9D21-B772C320F342}" type="datetimeFigureOut">
              <a:rPr lang="en-US" smtClean="0"/>
              <a:t>4/29/2024</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104044726"/>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u="heavy">
                <a:solidFill>
                  <a:srgbClr val="930B0B"/>
                </a:solidFill>
                <a:latin typeface="Times New Roman"/>
                <a:cs typeface="Times New Roman"/>
              </a:defRPr>
            </a:lvl1pPr>
          </a:lstStyle>
          <a:p>
            <a:r>
              <a:rPr lang="en-US"/>
              <a:t>Click to edit Master title style</a:t>
            </a:r>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              </a:t>
            </a:r>
            <a:endParaRPr lang="en-US"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332BE1-279E-4118-9FE3-7952B079A510}" type="datetimeFigureOut">
              <a:rPr lang="en-US" smtClean="0"/>
              <a:t>4/29/2024</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122611060"/>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u="heavy">
                <a:solidFill>
                  <a:srgbClr val="930B0B"/>
                </a:solidFill>
                <a:latin typeface="Times New Roman"/>
                <a:cs typeface="Times New Roman"/>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              </a:t>
            </a:r>
            <a:endParaRPr lang="en-US"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BEFF1D8-9801-4C4B-92F3-66C9A863BD74}" type="datetimeFigureOut">
              <a:rPr lang="en-US" smtClean="0"/>
              <a:t>4/29/2024</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4068621538"/>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              </a:t>
            </a:r>
            <a:endParaRPr lang="en-US"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961FE8FD-B23E-4E1A-83EF-0847EBEA0105}" type="datetimeFigureOut">
              <a:rPr lang="en-US" smtClean="0"/>
              <a:t>4/29/2024</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740737559"/>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smtClean="0"/>
              <a:t>4/29/2024</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191314176"/>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jp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31920" y="135447"/>
            <a:ext cx="11732895" cy="6556375"/>
          </a:xfrm>
          <a:custGeom>
            <a:avLst/>
            <a:gdLst/>
            <a:ahLst/>
            <a:cxnLst/>
            <a:rect l="l" t="t" r="r" b="b"/>
            <a:pathLst>
              <a:path w="11732895" h="6556375">
                <a:moveTo>
                  <a:pt x="0" y="389013"/>
                </a:moveTo>
                <a:lnTo>
                  <a:pt x="20026" y="6262864"/>
                </a:lnTo>
              </a:path>
              <a:path w="11732895" h="6556375">
                <a:moveTo>
                  <a:pt x="20126" y="6262864"/>
                </a:moveTo>
                <a:lnTo>
                  <a:pt x="63700" y="6271071"/>
                </a:lnTo>
                <a:lnTo>
                  <a:pt x="99585" y="6293346"/>
                </a:lnTo>
                <a:lnTo>
                  <a:pt x="129703" y="6326173"/>
                </a:lnTo>
                <a:lnTo>
                  <a:pt x="155975" y="6366035"/>
                </a:lnTo>
                <a:lnTo>
                  <a:pt x="180326" y="6409414"/>
                </a:lnTo>
                <a:lnTo>
                  <a:pt x="204676" y="6452792"/>
                </a:lnTo>
                <a:lnTo>
                  <a:pt x="230949" y="6492654"/>
                </a:lnTo>
                <a:lnTo>
                  <a:pt x="261066" y="6525481"/>
                </a:lnTo>
                <a:lnTo>
                  <a:pt x="296951" y="6547757"/>
                </a:lnTo>
                <a:lnTo>
                  <a:pt x="340525" y="6555963"/>
                </a:lnTo>
              </a:path>
              <a:path w="11732895" h="6556375">
                <a:moveTo>
                  <a:pt x="11713105" y="0"/>
                </a:moveTo>
                <a:lnTo>
                  <a:pt x="11732280" y="6100939"/>
                </a:lnTo>
              </a:path>
              <a:path w="11732895" h="6556375">
                <a:moveTo>
                  <a:pt x="340445" y="0"/>
                </a:moveTo>
                <a:lnTo>
                  <a:pt x="11722680" y="0"/>
                </a:lnTo>
              </a:path>
              <a:path w="11732895" h="6556375">
                <a:moveTo>
                  <a:pt x="11732380" y="6101089"/>
                </a:moveTo>
                <a:lnTo>
                  <a:pt x="11725356" y="6153465"/>
                </a:lnTo>
                <a:lnTo>
                  <a:pt x="11705935" y="6197945"/>
                </a:lnTo>
                <a:lnTo>
                  <a:pt x="11676599" y="6236108"/>
                </a:lnTo>
                <a:lnTo>
                  <a:pt x="11639824" y="6269533"/>
                </a:lnTo>
                <a:lnTo>
                  <a:pt x="11598092" y="6299801"/>
                </a:lnTo>
                <a:lnTo>
                  <a:pt x="11553880" y="6328489"/>
                </a:lnTo>
                <a:lnTo>
                  <a:pt x="11509669" y="6357177"/>
                </a:lnTo>
                <a:lnTo>
                  <a:pt x="11467936" y="6387444"/>
                </a:lnTo>
                <a:lnTo>
                  <a:pt x="11431162" y="6420870"/>
                </a:lnTo>
                <a:lnTo>
                  <a:pt x="11401825" y="6459033"/>
                </a:lnTo>
                <a:lnTo>
                  <a:pt x="11382405" y="6503513"/>
                </a:lnTo>
                <a:lnTo>
                  <a:pt x="11375381" y="6555888"/>
                </a:lnTo>
              </a:path>
            </a:pathLst>
          </a:custGeom>
          <a:ln w="9524">
            <a:solidFill>
              <a:srgbClr val="ED7C31"/>
            </a:solidFill>
          </a:ln>
        </p:spPr>
        <p:txBody>
          <a:bodyPr wrap="square" lIns="0" tIns="0" rIns="0" bIns="0" rtlCol="0"/>
          <a:lstStyle/>
          <a:p>
            <a:endParaRPr/>
          </a:p>
        </p:txBody>
      </p:sp>
      <p:sp>
        <p:nvSpPr>
          <p:cNvPr id="17" name="bg object 17"/>
          <p:cNvSpPr/>
          <p:nvPr/>
        </p:nvSpPr>
        <p:spPr>
          <a:xfrm>
            <a:off x="706" y="135449"/>
            <a:ext cx="566956" cy="6722536"/>
          </a:xfrm>
          <a:prstGeom prst="rect">
            <a:avLst/>
          </a:prstGeom>
          <a:blipFill>
            <a:blip r:embed="rId8" cstate="print"/>
            <a:stretch>
              <a:fillRect/>
            </a:stretch>
          </a:blipFill>
        </p:spPr>
        <p:txBody>
          <a:bodyPr wrap="square" lIns="0" tIns="0" rIns="0" bIns="0" rtlCol="0"/>
          <a:lstStyle/>
          <a:p>
            <a:endParaRPr/>
          </a:p>
        </p:txBody>
      </p:sp>
      <p:sp>
        <p:nvSpPr>
          <p:cNvPr id="18" name="bg object 18"/>
          <p:cNvSpPr/>
          <p:nvPr/>
        </p:nvSpPr>
        <p:spPr>
          <a:xfrm>
            <a:off x="572898" y="135449"/>
            <a:ext cx="204456" cy="5305214"/>
          </a:xfrm>
          <a:prstGeom prst="rect">
            <a:avLst/>
          </a:prstGeom>
          <a:blipFill>
            <a:blip r:embed="rId9" cstate="print"/>
            <a:stretch>
              <a:fillRect/>
            </a:stretch>
          </a:blipFill>
        </p:spPr>
        <p:txBody>
          <a:bodyPr wrap="square" lIns="0" tIns="0" rIns="0" bIns="0" rtlCol="0"/>
          <a:lstStyle/>
          <a:p>
            <a:endParaRPr/>
          </a:p>
        </p:txBody>
      </p:sp>
      <p:sp>
        <p:nvSpPr>
          <p:cNvPr id="19" name="bg object 19"/>
          <p:cNvSpPr/>
          <p:nvPr/>
        </p:nvSpPr>
        <p:spPr>
          <a:xfrm>
            <a:off x="11095502" y="6043975"/>
            <a:ext cx="868680" cy="647486"/>
          </a:xfrm>
          <a:prstGeom prst="rect">
            <a:avLst/>
          </a:prstGeom>
          <a:blipFill>
            <a:blip r:embed="rId10" cstate="print"/>
            <a:stretch>
              <a:fillRect/>
            </a:stretch>
          </a:blipFill>
        </p:spPr>
        <p:txBody>
          <a:bodyPr wrap="square" lIns="0" tIns="0" rIns="0" bIns="0" rtlCol="0"/>
          <a:lstStyle/>
          <a:p>
            <a:endParaRPr/>
          </a:p>
        </p:txBody>
      </p:sp>
      <p:sp>
        <p:nvSpPr>
          <p:cNvPr id="20" name="bg object 20"/>
          <p:cNvSpPr/>
          <p:nvPr/>
        </p:nvSpPr>
        <p:spPr>
          <a:xfrm>
            <a:off x="604" y="6214962"/>
            <a:ext cx="2655564" cy="643023"/>
          </a:xfrm>
          <a:prstGeom prst="rect">
            <a:avLst/>
          </a:prstGeom>
          <a:blipFill>
            <a:blip r:embed="rId11" cstate="print"/>
            <a:stretch>
              <a:fillRect/>
            </a:stretch>
          </a:blipFill>
        </p:spPr>
        <p:txBody>
          <a:bodyPr wrap="square" lIns="0" tIns="0" rIns="0" bIns="0" rtlCol="0"/>
          <a:lstStyle/>
          <a:p>
            <a:endParaRPr/>
          </a:p>
        </p:txBody>
      </p:sp>
      <p:sp>
        <p:nvSpPr>
          <p:cNvPr id="21" name="bg object 21"/>
          <p:cNvSpPr/>
          <p:nvPr/>
        </p:nvSpPr>
        <p:spPr>
          <a:xfrm>
            <a:off x="2719444" y="6338187"/>
            <a:ext cx="8376058" cy="519798"/>
          </a:xfrm>
          <a:prstGeom prst="rect">
            <a:avLst/>
          </a:prstGeom>
          <a:blipFill>
            <a:blip r:embed="rId12" cstate="print"/>
            <a:stretch>
              <a:fillRect/>
            </a:stretch>
          </a:blipFill>
        </p:spPr>
        <p:txBody>
          <a:bodyPr wrap="square" lIns="0" tIns="0" rIns="0" bIns="0" rtlCol="0"/>
          <a:lstStyle/>
          <a:p>
            <a:endParaRPr/>
          </a:p>
        </p:txBody>
      </p:sp>
      <p:sp>
        <p:nvSpPr>
          <p:cNvPr id="2" name="Holder 2"/>
          <p:cNvSpPr>
            <a:spLocks noGrp="1"/>
          </p:cNvSpPr>
          <p:nvPr>
            <p:ph type="title"/>
          </p:nvPr>
        </p:nvSpPr>
        <p:spPr>
          <a:xfrm>
            <a:off x="4895285" y="363993"/>
            <a:ext cx="2401429" cy="574040"/>
          </a:xfrm>
          <a:prstGeom prst="rect">
            <a:avLst/>
          </a:prstGeom>
        </p:spPr>
        <p:txBody>
          <a:bodyPr wrap="square" lIns="0" tIns="0" rIns="0" bIns="0">
            <a:spAutoFit/>
          </a:bodyPr>
          <a:lstStyle>
            <a:lvl1pPr>
              <a:defRPr sz="3600" b="1" i="0" u="heavy">
                <a:solidFill>
                  <a:srgbClr val="930B0B"/>
                </a:solidFill>
                <a:latin typeface="Times New Roman"/>
                <a:cs typeface="Times New Roman"/>
              </a:defRPr>
            </a:lvl1pPr>
          </a:lstStyle>
          <a:p>
            <a:endParaRPr/>
          </a:p>
        </p:txBody>
      </p:sp>
      <p:sp>
        <p:nvSpPr>
          <p:cNvPr id="3" name="Holder 3"/>
          <p:cNvSpPr>
            <a:spLocks noGrp="1"/>
          </p:cNvSpPr>
          <p:nvPr>
            <p:ph type="body" idx="1"/>
          </p:nvPr>
        </p:nvSpPr>
        <p:spPr>
          <a:xfrm>
            <a:off x="864635" y="1610684"/>
            <a:ext cx="5326380" cy="28301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en-US"/>
              <a:t>￼              </a:t>
            </a:r>
            <a:endParaRPr lang="en-US"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3A332BE1-279E-4118-9FE3-7952B079A510}" type="datetimeFigureOut">
              <a:rPr lang="en-US" smtClean="0"/>
              <a:t>4/29/2024</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259064013"/>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Lst>
  <p:hf hdr="0" ftr="0"/>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doi.org/10.1145/3131542.3131547" TargetMode="External"/><Relationship Id="rId13" Type="http://schemas.openxmlformats.org/officeDocument/2006/relationships/hyperlink" Target="https://doi-org.library.somaiya.edu/10.48550/arXiv.2101.06256" TargetMode="External"/><Relationship Id="rId3" Type="http://schemas.openxmlformats.org/officeDocument/2006/relationships/hyperlink" Target="https://doi.org/10.1145/3480571.3480614" TargetMode="External"/><Relationship Id="rId7" Type="http://schemas.openxmlformats.org/officeDocument/2006/relationships/hyperlink" Target="https://dl.acm.org/doi/10.1145/3131542.3131547" TargetMode="External"/><Relationship Id="rId12" Type="http://schemas.openxmlformats.org/officeDocument/2006/relationships/hyperlink" Target="https://doi.org/10.1155/2021/9999504" TargetMode="External"/><Relationship Id="rId2" Type="http://schemas.openxmlformats.org/officeDocument/2006/relationships/hyperlink" Target="https://doi-org.library.somaiya.edu/10.48550/arXiv.2006.10031" TargetMode="External"/><Relationship Id="rId1" Type="http://schemas.openxmlformats.org/officeDocument/2006/relationships/slideLayout" Target="../slideLayouts/slideLayout2.xml"/><Relationship Id="rId6" Type="http://schemas.openxmlformats.org/officeDocument/2006/relationships/hyperlink" Target="https://doi.org/10.1109/MSPEC.1983.6369910" TargetMode="External"/><Relationship Id="rId11" Type="http://schemas.openxmlformats.org/officeDocument/2006/relationships/hyperlink" Target="https://doi-org.library.somaiya.edu/10.48550/arXiv.2306.02586" TargetMode="External"/><Relationship Id="rId5" Type="http://schemas.openxmlformats.org/officeDocument/2006/relationships/hyperlink" Target="https://doi.org/10.1109/3477.678660" TargetMode="External"/><Relationship Id="rId10" Type="http://schemas.openxmlformats.org/officeDocument/2006/relationships/hyperlink" Target="https://doi.org/10.1145/3575871" TargetMode="External"/><Relationship Id="rId4" Type="http://schemas.openxmlformats.org/officeDocument/2006/relationships/hyperlink" Target="https://ieeexplore.ieee.org/author/37363935500" TargetMode="External"/><Relationship Id="rId9" Type="http://schemas.openxmlformats.org/officeDocument/2006/relationships/hyperlink" Target="https://dl.acm.org/doi/10.1145/3575871" TargetMode="External"/><Relationship Id="rId14" Type="http://schemas.openxmlformats.org/officeDocument/2006/relationships/hyperlink" Target="https://doi.org/10.3390/logistics403002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71BD-273A-1734-29BC-72E71470620C}"/>
              </a:ext>
            </a:extLst>
          </p:cNvPr>
          <p:cNvSpPr>
            <a:spLocks noGrp="1"/>
          </p:cNvSpPr>
          <p:nvPr>
            <p:ph type="ctrTitle"/>
          </p:nvPr>
        </p:nvSpPr>
        <p:spPr>
          <a:xfrm>
            <a:off x="1136396" y="471578"/>
            <a:ext cx="6303070" cy="1542493"/>
          </a:xfrm>
        </p:spPr>
        <p:txBody>
          <a:bodyPr vert="horz" lIns="91440" tIns="45720" rIns="91440" bIns="45720" rtlCol="0" anchor="b">
            <a:normAutofit/>
          </a:bodyPr>
          <a:lstStyle/>
          <a:p>
            <a:pPr algn="l"/>
            <a:r>
              <a:rPr lang="en-US" u="none" dirty="0">
                <a:latin typeface="Times New Roman"/>
                <a:cs typeface="Times New Roman"/>
              </a:rPr>
              <a:t>Material Handling Robot</a:t>
            </a:r>
          </a:p>
        </p:txBody>
      </p:sp>
      <p:sp>
        <p:nvSpPr>
          <p:cNvPr id="6" name="TextBox 5">
            <a:extLst>
              <a:ext uri="{FF2B5EF4-FFF2-40B4-BE49-F238E27FC236}">
                <a16:creationId xmlns:a16="http://schemas.microsoft.com/office/drawing/2014/main" id="{1E430F4D-804B-2705-CA82-2CC6967A6EA5}"/>
              </a:ext>
            </a:extLst>
          </p:cNvPr>
          <p:cNvSpPr txBox="1"/>
          <p:nvPr/>
        </p:nvSpPr>
        <p:spPr>
          <a:xfrm>
            <a:off x="1136396" y="2277036"/>
            <a:ext cx="5814239" cy="1448325"/>
          </a:xfrm>
          <a:prstGeom prst="rect">
            <a:avLst/>
          </a:prstGeom>
        </p:spPr>
        <p:txBody>
          <a:bodyPr vert="horz" lIns="91440" tIns="45720" rIns="91440" bIns="45720" rtlCol="0" anchor="t">
            <a:normAutofit/>
          </a:bodyPr>
          <a:lstStyle/>
          <a:p>
            <a:pPr>
              <a:lnSpc>
                <a:spcPct val="90000"/>
              </a:lnSpc>
              <a:spcAft>
                <a:spcPts val="600"/>
              </a:spcAft>
            </a:pPr>
            <a:r>
              <a:rPr lang="en-US" sz="2000" dirty="0">
                <a:latin typeface="Times New Roman"/>
                <a:cs typeface="Times New Roman"/>
              </a:rPr>
              <a:t>LY Project by</a:t>
            </a:r>
            <a:endParaRPr lang="en-US" dirty="0">
              <a:latin typeface="Neue Haas Grotesk Text Pro"/>
              <a:cs typeface="Times New Roman"/>
            </a:endParaRPr>
          </a:p>
          <a:p>
            <a:pPr>
              <a:lnSpc>
                <a:spcPct val="90000"/>
              </a:lnSpc>
              <a:spcAft>
                <a:spcPts val="600"/>
              </a:spcAft>
            </a:pPr>
            <a:r>
              <a:rPr lang="en-US" sz="2000" dirty="0">
                <a:latin typeface="Times New Roman"/>
                <a:cs typeface="Times New Roman"/>
              </a:rPr>
              <a:t>Atharva Srivastava - 16010520086</a:t>
            </a:r>
            <a:endParaRPr lang="en-US" dirty="0"/>
          </a:p>
          <a:p>
            <a:pPr>
              <a:lnSpc>
                <a:spcPct val="90000"/>
              </a:lnSpc>
              <a:spcAft>
                <a:spcPts val="600"/>
              </a:spcAft>
            </a:pPr>
            <a:r>
              <a:rPr lang="en-US" sz="2000" dirty="0">
                <a:latin typeface="Times New Roman"/>
                <a:cs typeface="Times New Roman"/>
              </a:rPr>
              <a:t>Saurabh Rane - 16010520089</a:t>
            </a:r>
          </a:p>
          <a:p>
            <a:pPr>
              <a:lnSpc>
                <a:spcPct val="90000"/>
              </a:lnSpc>
              <a:spcAft>
                <a:spcPts val="600"/>
              </a:spcAft>
            </a:pPr>
            <a:r>
              <a:rPr lang="en-US" sz="2000" dirty="0">
                <a:latin typeface="Times New Roman"/>
                <a:cs typeface="Times New Roman"/>
              </a:rPr>
              <a:t>Amod Zack - 16010520102</a:t>
            </a:r>
            <a:endParaRPr lang="en-US" dirty="0"/>
          </a:p>
        </p:txBody>
      </p:sp>
      <p:pic>
        <p:nvPicPr>
          <p:cNvPr id="4" name="Picture 3">
            <a:extLst>
              <a:ext uri="{FF2B5EF4-FFF2-40B4-BE49-F238E27FC236}">
                <a16:creationId xmlns:a16="http://schemas.microsoft.com/office/drawing/2014/main" id="{72ED4859-F0E3-BAE1-ADD3-0FA19C6359C3}"/>
              </a:ext>
            </a:extLst>
          </p:cNvPr>
          <p:cNvPicPr>
            <a:picLocks noChangeAspect="1"/>
          </p:cNvPicPr>
          <p:nvPr/>
        </p:nvPicPr>
        <p:blipFill>
          <a:blip r:embed="rId2"/>
          <a:stretch>
            <a:fillRect/>
          </a:stretch>
        </p:blipFill>
        <p:spPr>
          <a:xfrm>
            <a:off x="2257" y="2597"/>
            <a:ext cx="3712869" cy="928217"/>
          </a:xfrm>
          <a:prstGeom prst="rect">
            <a:avLst/>
          </a:prstGeom>
        </p:spPr>
      </p:pic>
      <p:pic>
        <p:nvPicPr>
          <p:cNvPr id="5" name="Picture 4">
            <a:extLst>
              <a:ext uri="{FF2B5EF4-FFF2-40B4-BE49-F238E27FC236}">
                <a16:creationId xmlns:a16="http://schemas.microsoft.com/office/drawing/2014/main" id="{8E95EF31-2D5C-110E-607D-414852FA2DF1}"/>
              </a:ext>
            </a:extLst>
          </p:cNvPr>
          <p:cNvPicPr>
            <a:picLocks noChangeAspect="1"/>
          </p:cNvPicPr>
          <p:nvPr/>
        </p:nvPicPr>
        <p:blipFill>
          <a:blip r:embed="rId3"/>
          <a:stretch>
            <a:fillRect/>
          </a:stretch>
        </p:blipFill>
        <p:spPr>
          <a:xfrm>
            <a:off x="11040475" y="0"/>
            <a:ext cx="1151525" cy="938147"/>
          </a:xfrm>
          <a:prstGeom prst="rect">
            <a:avLst/>
          </a:prstGeom>
        </p:spPr>
      </p:pic>
      <p:pic>
        <p:nvPicPr>
          <p:cNvPr id="3" name="Picture 2">
            <a:extLst>
              <a:ext uri="{FF2B5EF4-FFF2-40B4-BE49-F238E27FC236}">
                <a16:creationId xmlns:a16="http://schemas.microsoft.com/office/drawing/2014/main" id="{04143072-7FD4-5067-796C-C83934581D47}"/>
              </a:ext>
            </a:extLst>
          </p:cNvPr>
          <p:cNvPicPr>
            <a:picLocks noChangeAspect="1"/>
          </p:cNvPicPr>
          <p:nvPr/>
        </p:nvPicPr>
        <p:blipFill>
          <a:blip r:embed="rId4"/>
          <a:stretch>
            <a:fillRect/>
          </a:stretch>
        </p:blipFill>
        <p:spPr>
          <a:xfrm>
            <a:off x="6737520" y="2014071"/>
            <a:ext cx="5004902" cy="3971057"/>
          </a:xfrm>
          <a:prstGeom prst="rect">
            <a:avLst/>
          </a:prstGeom>
        </p:spPr>
      </p:pic>
    </p:spTree>
    <p:extLst>
      <p:ext uri="{BB962C8B-B14F-4D97-AF65-F5344CB8AC3E}">
        <p14:creationId xmlns:p14="http://schemas.microsoft.com/office/powerpoint/2010/main" val="1834385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511E-6EED-CB98-6E63-0766DA0F70BC}"/>
              </a:ext>
            </a:extLst>
          </p:cNvPr>
          <p:cNvSpPr>
            <a:spLocks noGrp="1"/>
          </p:cNvSpPr>
          <p:nvPr>
            <p:ph type="title"/>
          </p:nvPr>
        </p:nvSpPr>
        <p:spPr>
          <a:xfrm>
            <a:off x="770964" y="494092"/>
            <a:ext cx="10972800" cy="655638"/>
          </a:xfrm>
        </p:spPr>
        <p:txBody>
          <a:bodyPr>
            <a:normAutofit/>
          </a:bodyPr>
          <a:lstStyle/>
          <a:p>
            <a:r>
              <a:rPr lang="en-US" u="none" dirty="0">
                <a:latin typeface="Times New Roman"/>
                <a:cs typeface="Times New Roman"/>
              </a:rPr>
              <a:t>Abstract</a:t>
            </a:r>
          </a:p>
        </p:txBody>
      </p:sp>
      <p:sp>
        <p:nvSpPr>
          <p:cNvPr id="3" name="Content Placeholder 2">
            <a:extLst>
              <a:ext uri="{FF2B5EF4-FFF2-40B4-BE49-F238E27FC236}">
                <a16:creationId xmlns:a16="http://schemas.microsoft.com/office/drawing/2014/main" id="{8A4999C0-8A42-D544-FF28-8833CBC1813B}"/>
              </a:ext>
            </a:extLst>
          </p:cNvPr>
          <p:cNvSpPr>
            <a:spLocks noGrp="1"/>
          </p:cNvSpPr>
          <p:nvPr>
            <p:ph type="body" idx="1"/>
          </p:nvPr>
        </p:nvSpPr>
        <p:spPr>
          <a:xfrm>
            <a:off x="770964" y="1546085"/>
            <a:ext cx="10694894" cy="3967210"/>
          </a:xfrm>
        </p:spPr>
        <p:txBody>
          <a:bodyPr vert="horz" lIns="91440" tIns="45720" rIns="91440" bIns="45720" rtlCol="0" anchor="t">
            <a:normAutofit/>
          </a:bodyPr>
          <a:lstStyle/>
          <a:p>
            <a:pPr marL="342900" indent="-342900" algn="just">
              <a:lnSpc>
                <a:spcPct val="150000"/>
              </a:lnSpc>
              <a:buFont typeface="Arial" panose="020B0604020202020204" pitchFamily="34" charset="0"/>
              <a:buChar char="•"/>
            </a:pPr>
            <a:r>
              <a:rPr lang="en-US" sz="2400" dirty="0">
                <a:solidFill>
                  <a:srgbClr val="202122"/>
                </a:solidFill>
                <a:latin typeface="Times New Roman"/>
                <a:cs typeface="Times New Roman"/>
              </a:rPr>
              <a:t>Material Handling is a concept used to describe the movement of materials, especially, raw goods from one point to another as per the process involved in the workplace.</a:t>
            </a:r>
            <a:endParaRPr lang="en-US" sz="2400" b="0" i="0" dirty="0">
              <a:effectLst/>
              <a:latin typeface="Times New Roman"/>
            </a:endParaRPr>
          </a:p>
          <a:p>
            <a:pPr marL="342900" indent="-342900" algn="just">
              <a:lnSpc>
                <a:spcPct val="150000"/>
              </a:lnSpc>
              <a:buFont typeface="Arial" panose="020B0604020202020204" pitchFamily="34" charset="0"/>
              <a:buChar char="•"/>
            </a:pPr>
            <a:r>
              <a:rPr lang="en-US" sz="2400" dirty="0">
                <a:solidFill>
                  <a:srgbClr val="000000"/>
                </a:solidFill>
                <a:latin typeface="Times New Roman"/>
                <a:cs typeface="Times New Roman"/>
              </a:rPr>
              <a:t>This project report dives deep into how robots that handle materials, automated systems, and the Internet of Things (IoT) work together.</a:t>
            </a:r>
            <a:endParaRPr lang="en-US" sz="2400" dirty="0">
              <a:solidFill>
                <a:srgbClr val="202122"/>
              </a:solidFill>
              <a:latin typeface="Times New Roman"/>
              <a:cs typeface="Times New Roman"/>
            </a:endParaRPr>
          </a:p>
          <a:p>
            <a:pPr marL="342900" indent="-342900" algn="just">
              <a:lnSpc>
                <a:spcPct val="150000"/>
              </a:lnSpc>
              <a:buFont typeface="Arial" panose="020B0604020202020204" pitchFamily="34" charset="0"/>
              <a:buChar char="•"/>
            </a:pPr>
            <a:r>
              <a:rPr lang="en-US" sz="2400" b="0" i="0" u="none" strike="noStrike" dirty="0">
                <a:solidFill>
                  <a:srgbClr val="000000"/>
                </a:solidFill>
                <a:effectLst/>
                <a:latin typeface="Times New Roman"/>
                <a:cs typeface="Times New Roman"/>
              </a:rPr>
              <a:t>The results reveal significant improvements, such as increased productivity and accuracy, decreased reliance on human effort, and an improved work environment.</a:t>
            </a:r>
            <a:endParaRPr lang="en-US" sz="2400" dirty="0">
              <a:latin typeface="Times New Roman"/>
              <a:cs typeface="Times New Roman"/>
            </a:endParaRPr>
          </a:p>
        </p:txBody>
      </p:sp>
      <p:sp>
        <p:nvSpPr>
          <p:cNvPr id="6" name="Footer Placeholder 5">
            <a:extLst>
              <a:ext uri="{FF2B5EF4-FFF2-40B4-BE49-F238E27FC236}">
                <a16:creationId xmlns:a16="http://schemas.microsoft.com/office/drawing/2014/main" id="{D5C97270-D2CD-2A54-03DE-2A455B306F67}"/>
              </a:ext>
            </a:extLst>
          </p:cNvPr>
          <p:cNvSpPr>
            <a:spLocks noGrp="1"/>
          </p:cNvSpPr>
          <p:nvPr>
            <p:ph type="ftr" sz="quarter" idx="5"/>
          </p:nvPr>
        </p:nvSpPr>
        <p:spPr>
          <a:xfrm>
            <a:off x="4145280" y="6377940"/>
            <a:ext cx="3901440" cy="307777"/>
          </a:xfrm>
        </p:spPr>
        <p:txBody>
          <a:bodyPr/>
          <a:lstStyle/>
          <a:p>
            <a:r>
              <a:rPr lang="en-US" sz="2000" b="1" dirty="0">
                <a:solidFill>
                  <a:schemeClr val="tx1"/>
                </a:solidFill>
                <a:latin typeface="Times New Roman" panose="02020603050405020304" pitchFamily="18" charset="0"/>
                <a:cs typeface="Times New Roman" panose="02020603050405020304" pitchFamily="18" charset="0"/>
              </a:rPr>
              <a:t>2</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2511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8F4F-1EF9-75CE-4EC1-C496193EEF01}"/>
              </a:ext>
            </a:extLst>
          </p:cNvPr>
          <p:cNvSpPr>
            <a:spLocks noGrp="1"/>
          </p:cNvSpPr>
          <p:nvPr>
            <p:ph type="title"/>
          </p:nvPr>
        </p:nvSpPr>
        <p:spPr>
          <a:xfrm>
            <a:off x="784412" y="524432"/>
            <a:ext cx="10972800" cy="655638"/>
          </a:xfrm>
        </p:spPr>
        <p:txBody>
          <a:bodyPr>
            <a:normAutofit/>
          </a:bodyPr>
          <a:lstStyle/>
          <a:p>
            <a:r>
              <a:rPr lang="en-US" u="none" dirty="0">
                <a:latin typeface="Times New Roman"/>
                <a:cs typeface="Times New Roman"/>
              </a:rPr>
              <a:t>Problem Statement</a:t>
            </a:r>
          </a:p>
        </p:txBody>
      </p:sp>
      <p:sp>
        <p:nvSpPr>
          <p:cNvPr id="3" name="Content Placeholder 2">
            <a:extLst>
              <a:ext uri="{FF2B5EF4-FFF2-40B4-BE49-F238E27FC236}">
                <a16:creationId xmlns:a16="http://schemas.microsoft.com/office/drawing/2014/main" id="{DE8D5BDD-9EEF-4CFF-B71F-B0D589279DAB}"/>
              </a:ext>
            </a:extLst>
          </p:cNvPr>
          <p:cNvSpPr>
            <a:spLocks noGrp="1"/>
          </p:cNvSpPr>
          <p:nvPr>
            <p:ph type="body" idx="1"/>
          </p:nvPr>
        </p:nvSpPr>
        <p:spPr>
          <a:xfrm>
            <a:off x="784412" y="1257301"/>
            <a:ext cx="10797988" cy="4941793"/>
          </a:xfrm>
        </p:spPr>
        <p:txBody>
          <a:bodyPr vert="horz" lIns="91440" tIns="45720" rIns="91440" bIns="45720" rtlCol="0" anchor="t">
            <a:noAutofit/>
          </a:bodyPr>
          <a:lstStyle/>
          <a:p>
            <a:pPr marL="342900" indent="-342900" algn="just">
              <a:lnSpc>
                <a:spcPct val="150000"/>
              </a:lnSpc>
              <a:buFont typeface="Arial" panose="020B0604020202020204" pitchFamily="34" charset="0"/>
              <a:buChar char="•"/>
            </a:pPr>
            <a:r>
              <a:rPr lang="en-US" sz="2400" dirty="0">
                <a:latin typeface="Times New Roman"/>
                <a:cs typeface="Times New Roman"/>
              </a:rPr>
              <a:t>In the new era of Industry 4.0, the emergence of the concept of automation has been a big achievement. Its applications in various industries have shown fruitful results. Robotics has means by which automation can be introduced in these industries. </a:t>
            </a:r>
            <a:endParaRPr lang="en-US" sz="2400" dirty="0"/>
          </a:p>
          <a:p>
            <a:pPr marL="342900" indent="-342900" algn="just">
              <a:lnSpc>
                <a:spcPct val="150000"/>
              </a:lnSpc>
              <a:buFont typeface="Arial" panose="020B0604020202020204" pitchFamily="34" charset="0"/>
              <a:buChar char="•"/>
            </a:pPr>
            <a:r>
              <a:rPr lang="en-US" sz="2400" dirty="0">
                <a:latin typeface="Times New Roman"/>
                <a:cs typeface="Times New Roman"/>
              </a:rPr>
              <a:t>Using robots to perform tasks such as handling of materials can increase efficiency, reduce costs and time consumption along with creation of a better work environment. </a:t>
            </a:r>
            <a:endParaRPr lang="en-US" sz="2400" dirty="0">
              <a:latin typeface="Neue Haas Grotesk Text Pro"/>
              <a:cs typeface="Times New Roman"/>
            </a:endParaRPr>
          </a:p>
          <a:p>
            <a:pPr marL="342900" indent="-342900" algn="just">
              <a:lnSpc>
                <a:spcPct val="150000"/>
              </a:lnSpc>
              <a:buFont typeface="Arial" panose="020B0604020202020204" pitchFamily="34" charset="0"/>
              <a:buChar char="•"/>
            </a:pPr>
            <a:r>
              <a:rPr lang="en-US" sz="2400" dirty="0">
                <a:latin typeface="Times New Roman"/>
                <a:cs typeface="Times New Roman"/>
              </a:rPr>
              <a:t>The aim here is to design and implement an efficient material handling robot to optimize logistics and streamline operations in industrial settings like laboratories and similar facilities.</a:t>
            </a:r>
            <a:endParaRPr lang="en-US" sz="2400" dirty="0"/>
          </a:p>
        </p:txBody>
      </p:sp>
      <p:sp>
        <p:nvSpPr>
          <p:cNvPr id="6" name="Footer Placeholder 5">
            <a:extLst>
              <a:ext uri="{FF2B5EF4-FFF2-40B4-BE49-F238E27FC236}">
                <a16:creationId xmlns:a16="http://schemas.microsoft.com/office/drawing/2014/main" id="{B469F00C-C5AE-27DA-E722-9D7C04D50A9D}"/>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3</a:t>
            </a:r>
            <a:r>
              <a:rPr lang="en-US" dirty="0"/>
              <a:t>         </a:t>
            </a:r>
          </a:p>
        </p:txBody>
      </p:sp>
    </p:spTree>
    <p:extLst>
      <p:ext uri="{BB962C8B-B14F-4D97-AF65-F5344CB8AC3E}">
        <p14:creationId xmlns:p14="http://schemas.microsoft.com/office/powerpoint/2010/main" val="1049811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49A07-7304-E32A-21C9-7A36174C9DD6}"/>
              </a:ext>
            </a:extLst>
          </p:cNvPr>
          <p:cNvSpPr>
            <a:spLocks noGrp="1"/>
          </p:cNvSpPr>
          <p:nvPr>
            <p:ph type="title"/>
          </p:nvPr>
        </p:nvSpPr>
        <p:spPr>
          <a:xfrm>
            <a:off x="784412" y="489386"/>
            <a:ext cx="10972800" cy="655638"/>
          </a:xfrm>
        </p:spPr>
        <p:txBody>
          <a:bodyPr>
            <a:normAutofit/>
          </a:bodyPr>
          <a:lstStyle/>
          <a:p>
            <a:r>
              <a:rPr lang="en-US" u="none" dirty="0">
                <a:latin typeface="Times New Roman"/>
                <a:cs typeface="Times New Roman"/>
              </a:rPr>
              <a:t>Introduction</a:t>
            </a:r>
          </a:p>
        </p:txBody>
      </p:sp>
      <p:sp>
        <p:nvSpPr>
          <p:cNvPr id="3" name="Content Placeholder 2">
            <a:extLst>
              <a:ext uri="{FF2B5EF4-FFF2-40B4-BE49-F238E27FC236}">
                <a16:creationId xmlns:a16="http://schemas.microsoft.com/office/drawing/2014/main" id="{70DAE7BD-8121-C1C7-2D68-B5CD2DC20E6F}"/>
              </a:ext>
            </a:extLst>
          </p:cNvPr>
          <p:cNvSpPr>
            <a:spLocks noGrp="1"/>
          </p:cNvSpPr>
          <p:nvPr>
            <p:ph type="body" idx="1"/>
          </p:nvPr>
        </p:nvSpPr>
        <p:spPr>
          <a:xfrm>
            <a:off x="784412" y="1128329"/>
            <a:ext cx="10972800" cy="5249611"/>
          </a:xfrm>
        </p:spPr>
        <p:txBody>
          <a:bodyPr vert="horz" lIns="91440" tIns="45720" rIns="91440" bIns="45720" rtlCol="0" anchor="t">
            <a:normAutofit lnSpcReduction="10000"/>
          </a:bodyPr>
          <a:lstStyle/>
          <a:p>
            <a:pPr marL="342900" indent="-342900" algn="just">
              <a:lnSpc>
                <a:spcPct val="150000"/>
              </a:lnSpc>
              <a:buFont typeface="Arial" panose="020B0604020202020204" pitchFamily="34" charset="0"/>
              <a:buChar char="•"/>
            </a:pPr>
            <a:r>
              <a:rPr lang="en-US" sz="2400" dirty="0">
                <a:latin typeface="Times New Roman"/>
                <a:cs typeface="Times New Roman"/>
              </a:rPr>
              <a:t>The basic purpose of this robot is to handle and transport lightweight objects or apparatus such as test tubes, beakers, syringes, etc. that are generally found in laboratories or hospitals. </a:t>
            </a:r>
          </a:p>
          <a:p>
            <a:pPr marL="342900" indent="-342900" algn="just">
              <a:lnSpc>
                <a:spcPct val="150000"/>
              </a:lnSpc>
              <a:buFont typeface="Arial" panose="020B0604020202020204" pitchFamily="34" charset="0"/>
              <a:buChar char="•"/>
            </a:pPr>
            <a:r>
              <a:rPr lang="en-US" sz="2400" dirty="0">
                <a:latin typeface="Times New Roman"/>
                <a:cs typeface="Times New Roman"/>
              </a:rPr>
              <a:t>It simply performs the pick and place operation essential in material handling. With emerging technologies like IoT, the use of Arduino microcontroller, Bluetooth, etc. the robot can also be operated using an Android smartphone with the programming behind this robot enabling wireless connectivity. </a:t>
            </a:r>
          </a:p>
          <a:p>
            <a:pPr marL="342900" indent="-342900" algn="just">
              <a:lnSpc>
                <a:spcPct val="150000"/>
              </a:lnSpc>
              <a:buFont typeface="Arial" panose="020B0604020202020204" pitchFamily="34" charset="0"/>
              <a:buChar char="•"/>
            </a:pPr>
            <a:r>
              <a:rPr lang="en-US" sz="2400" dirty="0">
                <a:latin typeface="Times New Roman"/>
                <a:cs typeface="Times New Roman"/>
              </a:rPr>
              <a:t>Such technologies are the part of the fourth phase of industrial revolution, which has a vision to introduce automation in the industries. The applications of this robot are not limited only to one industry but many others as well.</a:t>
            </a:r>
          </a:p>
        </p:txBody>
      </p:sp>
      <p:sp>
        <p:nvSpPr>
          <p:cNvPr id="6" name="Footer Placeholder 5">
            <a:extLst>
              <a:ext uri="{FF2B5EF4-FFF2-40B4-BE49-F238E27FC236}">
                <a16:creationId xmlns:a16="http://schemas.microsoft.com/office/drawing/2014/main" id="{300571D7-6FCC-9DE4-7677-00CE523FB197}"/>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4</a:t>
            </a:r>
            <a:r>
              <a:rPr lang="en-US" dirty="0"/>
              <a:t>     </a:t>
            </a:r>
          </a:p>
        </p:txBody>
      </p:sp>
    </p:spTree>
    <p:extLst>
      <p:ext uri="{BB962C8B-B14F-4D97-AF65-F5344CB8AC3E}">
        <p14:creationId xmlns:p14="http://schemas.microsoft.com/office/powerpoint/2010/main" val="1758796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43540-0770-585B-CD27-058F77B8FD04}"/>
              </a:ext>
            </a:extLst>
          </p:cNvPr>
          <p:cNvSpPr>
            <a:spLocks noGrp="1"/>
          </p:cNvSpPr>
          <p:nvPr>
            <p:ph type="title"/>
          </p:nvPr>
        </p:nvSpPr>
        <p:spPr>
          <a:xfrm>
            <a:off x="810965" y="485016"/>
            <a:ext cx="2401429" cy="574040"/>
          </a:xfrm>
        </p:spPr>
        <p:txBody>
          <a:bodyPr/>
          <a:lstStyle/>
          <a:p>
            <a:r>
              <a:rPr lang="en-US" u="none" dirty="0">
                <a:latin typeface="Times New Roman"/>
                <a:cs typeface="Times New Roman"/>
              </a:rPr>
              <a:t>Objectives</a:t>
            </a:r>
          </a:p>
        </p:txBody>
      </p:sp>
      <p:sp>
        <p:nvSpPr>
          <p:cNvPr id="3" name="Content Placeholder 2">
            <a:extLst>
              <a:ext uri="{FF2B5EF4-FFF2-40B4-BE49-F238E27FC236}">
                <a16:creationId xmlns:a16="http://schemas.microsoft.com/office/drawing/2014/main" id="{740BF5B8-533A-4DF5-36B6-9F38DECA638F}"/>
              </a:ext>
            </a:extLst>
          </p:cNvPr>
          <p:cNvSpPr>
            <a:spLocks noGrp="1"/>
          </p:cNvSpPr>
          <p:nvPr>
            <p:ph type="body" idx="1"/>
          </p:nvPr>
        </p:nvSpPr>
        <p:spPr>
          <a:xfrm>
            <a:off x="810965" y="1151042"/>
            <a:ext cx="10914989" cy="5221942"/>
          </a:xfrm>
        </p:spPr>
        <p:txBody>
          <a:bodyPr/>
          <a:lstStyle/>
          <a:p>
            <a:pPr marL="342900" lvl="0" indent="-342900" algn="just">
              <a:lnSpc>
                <a:spcPct val="150000"/>
              </a:lnSpc>
              <a:spcAft>
                <a:spcPts val="1000"/>
              </a:spcAft>
              <a:buFont typeface="Arial" panose="020B0604020202020204" pitchFamily="34" charset="0"/>
              <a:buChar char="•"/>
            </a:pPr>
            <a:r>
              <a:rPr lang="en-US" sz="24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To build a material handling robot that will handle materials such as test tubes and similar apparatuses.</a:t>
            </a:r>
            <a:endParaRPr lang="en-IN" sz="24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24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To design an arm for the robot that will manipulate the materials by performing pick and place operations.</a:t>
            </a:r>
            <a:endParaRPr lang="en-IN" sz="24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24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To create a mobile body for the robot with a cart-like structure that has wheels and will transport the material.</a:t>
            </a:r>
            <a:endParaRPr lang="en-IN" sz="24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24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To synchronize motion and simulate robot using a Bluetooth (HC-05) module, operating via a smartphone.</a:t>
            </a:r>
            <a:endParaRPr lang="en-IN" sz="24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
        <p:nvSpPr>
          <p:cNvPr id="7" name="Footer Placeholder 6">
            <a:extLst>
              <a:ext uri="{FF2B5EF4-FFF2-40B4-BE49-F238E27FC236}">
                <a16:creationId xmlns:a16="http://schemas.microsoft.com/office/drawing/2014/main" id="{4BF58A5F-185B-9593-D410-2499846BBF58}"/>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2819564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E676B-CF9B-B415-8B02-EF46FC518F2B}"/>
              </a:ext>
            </a:extLst>
          </p:cNvPr>
          <p:cNvSpPr>
            <a:spLocks noGrp="1"/>
          </p:cNvSpPr>
          <p:nvPr>
            <p:ph type="title"/>
          </p:nvPr>
        </p:nvSpPr>
        <p:spPr>
          <a:xfrm>
            <a:off x="770506" y="126475"/>
            <a:ext cx="6432079" cy="553998"/>
          </a:xfrm>
        </p:spPr>
        <p:txBody>
          <a:bodyPr/>
          <a:lstStyle/>
          <a:p>
            <a:r>
              <a:rPr lang="en-US" u="none" dirty="0">
                <a:latin typeface="Times New Roman"/>
                <a:cs typeface="Times New Roman"/>
              </a:rPr>
              <a:t>Literature Survey</a:t>
            </a:r>
          </a:p>
        </p:txBody>
      </p:sp>
      <p:graphicFrame>
        <p:nvGraphicFramePr>
          <p:cNvPr id="9" name="Table 8">
            <a:extLst>
              <a:ext uri="{FF2B5EF4-FFF2-40B4-BE49-F238E27FC236}">
                <a16:creationId xmlns:a16="http://schemas.microsoft.com/office/drawing/2014/main" id="{7A40F61A-44D7-6E26-846A-55400EE766EF}"/>
              </a:ext>
            </a:extLst>
          </p:cNvPr>
          <p:cNvGraphicFramePr>
            <a:graphicFrameLocks noGrp="1"/>
          </p:cNvGraphicFramePr>
          <p:nvPr>
            <p:extLst>
              <p:ext uri="{D42A27DB-BD31-4B8C-83A1-F6EECF244321}">
                <p14:modId xmlns:p14="http://schemas.microsoft.com/office/powerpoint/2010/main" val="2554603350"/>
              </p:ext>
            </p:extLst>
          </p:nvPr>
        </p:nvGraphicFramePr>
        <p:xfrm>
          <a:off x="770506" y="680474"/>
          <a:ext cx="11197376" cy="5959563"/>
        </p:xfrm>
        <a:graphic>
          <a:graphicData uri="http://schemas.openxmlformats.org/drawingml/2006/table">
            <a:tbl>
              <a:tblPr/>
              <a:tblGrid>
                <a:gridCol w="2214961">
                  <a:extLst>
                    <a:ext uri="{9D8B030D-6E8A-4147-A177-3AD203B41FA5}">
                      <a16:colId xmlns:a16="http://schemas.microsoft.com/office/drawing/2014/main" val="3107931582"/>
                    </a:ext>
                  </a:extLst>
                </a:gridCol>
                <a:gridCol w="945518">
                  <a:extLst>
                    <a:ext uri="{9D8B030D-6E8A-4147-A177-3AD203B41FA5}">
                      <a16:colId xmlns:a16="http://schemas.microsoft.com/office/drawing/2014/main" val="2814813905"/>
                    </a:ext>
                  </a:extLst>
                </a:gridCol>
                <a:gridCol w="8036897">
                  <a:extLst>
                    <a:ext uri="{9D8B030D-6E8A-4147-A177-3AD203B41FA5}">
                      <a16:colId xmlns:a16="http://schemas.microsoft.com/office/drawing/2014/main" val="3615899096"/>
                    </a:ext>
                  </a:extLst>
                </a:gridCol>
              </a:tblGrid>
              <a:tr h="280824">
                <a:tc>
                  <a:txBody>
                    <a:bodyPr/>
                    <a:lstStyle/>
                    <a:p>
                      <a:pPr algn="ctr" rtl="0" fontAlgn="t">
                        <a:spcBef>
                          <a:spcPts val="0"/>
                        </a:spcBef>
                        <a:spcAft>
                          <a:spcPts val="0"/>
                        </a:spcAft>
                      </a:pPr>
                      <a:r>
                        <a:rPr lang="en-IN" sz="1400" dirty="0">
                          <a:latin typeface="Times New Roman" panose="02020603050405020304" pitchFamily="18" charset="0"/>
                          <a:cs typeface="Times New Roman" panose="02020603050405020304" pitchFamily="18" charset="0"/>
                        </a:rPr>
                        <a:t>Title</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ctr" rtl="0" fontAlgn="t">
                        <a:spcBef>
                          <a:spcPts val="0"/>
                        </a:spcBef>
                        <a:spcAft>
                          <a:spcPts val="0"/>
                        </a:spcAft>
                      </a:pPr>
                      <a:r>
                        <a:rPr lang="en-IN" sz="1400">
                          <a:latin typeface="Times New Roman" panose="02020603050405020304" pitchFamily="18" charset="0"/>
                          <a:cs typeface="Times New Roman" panose="02020603050405020304" pitchFamily="18" charset="0"/>
                        </a:rPr>
                        <a:t>Author</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ctr" rtl="0" fontAlgn="t">
                        <a:spcBef>
                          <a:spcPts val="0"/>
                        </a:spcBef>
                        <a:spcAft>
                          <a:spcPts val="0"/>
                        </a:spcAft>
                      </a:pPr>
                      <a:r>
                        <a:rPr lang="en-IN" sz="1400">
                          <a:latin typeface="Times New Roman" panose="02020603050405020304" pitchFamily="18" charset="0"/>
                          <a:cs typeface="Times New Roman" panose="02020603050405020304" pitchFamily="18" charset="0"/>
                        </a:rPr>
                        <a:t>Description</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34873526"/>
                  </a:ext>
                </a:extLst>
              </a:tr>
              <a:tr h="1086598">
                <a:tc>
                  <a:txBody>
                    <a:bodyPr/>
                    <a:lstStyle/>
                    <a:p>
                      <a:pPr algn="just" rtl="0" fontAlgn="t">
                        <a:spcBef>
                          <a:spcPts val="0"/>
                        </a:spcBef>
                        <a:spcAft>
                          <a:spcPts val="0"/>
                        </a:spcAft>
                      </a:pPr>
                      <a:r>
                        <a:rPr lang="en-US" sz="1400" dirty="0">
                          <a:latin typeface="Times New Roman"/>
                          <a:cs typeface="Times New Roman"/>
                        </a:rPr>
                        <a:t>Simulation-Optimization of Automated Material Handling Systems in a Healthcare Facility </a:t>
                      </a:r>
                      <a:r>
                        <a:rPr lang="en-US" sz="1400" dirty="0">
                          <a:latin typeface="Times New Roman" panose="02020603050405020304" pitchFamily="18" charset="0"/>
                          <a:cs typeface="Times New Roman" panose="02020603050405020304" pitchFamily="18" charset="0"/>
                        </a:rPr>
                        <a:t>(2020)</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US" sz="1400" dirty="0" err="1">
                          <a:latin typeface="Times New Roman"/>
                          <a:cs typeface="Times New Roman"/>
                        </a:rPr>
                        <a:t>Bhosekar</a:t>
                      </a:r>
                      <a:r>
                        <a:rPr lang="en-IN" sz="1400" dirty="0">
                          <a:latin typeface="Times New Roman" panose="02020603050405020304" pitchFamily="18" charset="0"/>
                          <a:cs typeface="Times New Roman" panose="02020603050405020304" pitchFamily="18" charset="0"/>
                        </a:rPr>
                        <a:t> et al.</a:t>
                      </a:r>
                    </a:p>
                    <a:p>
                      <a:pPr rtl="0" fontAlgn="t">
                        <a:spcBef>
                          <a:spcPts val="0"/>
                        </a:spcBef>
                        <a:spcAft>
                          <a:spcPts val="0"/>
                        </a:spcAft>
                      </a:pPr>
                      <a:r>
                        <a:rPr lang="en-IN" sz="1400" dirty="0">
                          <a:latin typeface="Times New Roman" panose="02020603050405020304" pitchFamily="18" charset="0"/>
                          <a:cs typeface="Times New Roman" panose="02020603050405020304" pitchFamily="18" charset="0"/>
                        </a:rPr>
                        <a:t> </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Automated material handling systems are used in healthcare facilities to optimize material flow, minimize workforce requirements, reduce the risk of contamination, and reduce injuries. This study proposes a framework that integrates data analysis with system simulation and optimization to address the following research questions: (</a:t>
                      </a:r>
                      <a:r>
                        <a:rPr lang="en-US" sz="1400" b="0" i="0" dirty="0" err="1">
                          <a:solidFill>
                            <a:schemeClr val="tx1"/>
                          </a:solidFill>
                          <a:effectLst/>
                          <a:latin typeface="Times New Roman" panose="02020603050405020304" pitchFamily="18" charset="0"/>
                          <a:ea typeface="+mn-ea"/>
                          <a:cs typeface="Times New Roman" panose="02020603050405020304" pitchFamily="18" charset="0"/>
                        </a:rPr>
                        <a:t>i</a:t>
                      </a:r>
                      <a:r>
                        <a:rPr lang="en-US" sz="1400" b="0" i="0" dirty="0">
                          <a:solidFill>
                            <a:schemeClr val="tx1"/>
                          </a:solidFill>
                          <a:effectLst/>
                          <a:latin typeface="Times New Roman" panose="02020603050405020304" pitchFamily="18" charset="0"/>
                          <a:ea typeface="+mn-ea"/>
                          <a:cs typeface="Times New Roman" panose="02020603050405020304" pitchFamily="18" charset="0"/>
                        </a:rPr>
                        <a:t>) What are the implications of redesigning a hospital's material handling system? (ii) What are the implications of improving a hospital's material handling process? </a:t>
                      </a:r>
                      <a:endParaRPr lang="en-US" sz="1400" dirty="0">
                        <a:latin typeface="Times New Roman" panose="02020603050405020304" pitchFamily="18" charset="0"/>
                        <a:cs typeface="Times New Roman" panose="02020603050405020304" pitchFamily="18" charset="0"/>
                      </a:endParaRP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54627913"/>
                  </a:ext>
                </a:extLst>
              </a:tr>
              <a:tr h="988761">
                <a:tc>
                  <a:txBody>
                    <a:bodyPr/>
                    <a:lstStyle/>
                    <a:p>
                      <a:pPr algn="just" rtl="0" fontAlgn="t">
                        <a:spcBef>
                          <a:spcPts val="0"/>
                        </a:spcBef>
                        <a:spcAft>
                          <a:spcPts val="0"/>
                        </a:spcAft>
                      </a:pPr>
                      <a:r>
                        <a:rPr lang="en-US" sz="1400" dirty="0">
                          <a:latin typeface="Times New Roman"/>
                          <a:cs typeface="Times New Roman"/>
                        </a:rPr>
                        <a:t>Design and Implementation of Intelligent Material Handling Robot Based on STM32</a:t>
                      </a:r>
                      <a:r>
                        <a:rPr lang="en-US" sz="1400" dirty="0">
                          <a:latin typeface="Times New Roman" panose="02020603050405020304" pitchFamily="18" charset="0"/>
                          <a:cs typeface="Times New Roman" panose="02020603050405020304" pitchFamily="18" charset="0"/>
                        </a:rPr>
                        <a:t> (2021)</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IN" sz="1400" dirty="0">
                          <a:latin typeface="Times New Roman" panose="02020603050405020304" pitchFamily="18" charset="0"/>
                          <a:cs typeface="Times New Roman" panose="02020603050405020304" pitchFamily="18" charset="0"/>
                        </a:rPr>
                        <a:t>Lu et al.</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In order to improve the efficiency of logistics handling and save labor costs, this project designs an intelligent material handling robot based on STM32. The experimental results show that the design can realize the functions of autonomous tracking positioning, autonomous handling, visual recognition, remote control and so on. It meets the basic requirements of the design and has a certain reference value in practical application.</a:t>
                      </a:r>
                      <a:endParaRPr lang="en-US" sz="1400" dirty="0">
                        <a:latin typeface="Times New Roman" panose="02020603050405020304" pitchFamily="18" charset="0"/>
                        <a:cs typeface="Times New Roman" panose="02020603050405020304" pitchFamily="18" charset="0"/>
                      </a:endParaRP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68130449"/>
                  </a:ext>
                </a:extLst>
              </a:tr>
              <a:tr h="1156290">
                <a:tc>
                  <a:txBody>
                    <a:bodyPr/>
                    <a:lstStyle/>
                    <a:p>
                      <a:pPr algn="just" rtl="0" fontAlgn="t">
                        <a:spcBef>
                          <a:spcPts val="0"/>
                        </a:spcBef>
                        <a:spcAft>
                          <a:spcPts val="0"/>
                        </a:spcAft>
                      </a:pPr>
                      <a:r>
                        <a:rPr lang="en-US" sz="1400" dirty="0">
                          <a:latin typeface="Times New Roman"/>
                          <a:cs typeface="Times New Roman"/>
                        </a:rPr>
                        <a:t>Modeling, analysis, and performance evaluation of a robotic gripper system for limp material handling </a:t>
                      </a:r>
                      <a:r>
                        <a:rPr lang="en-US" sz="1400" dirty="0">
                          <a:latin typeface="Times New Roman" panose="02020603050405020304" pitchFamily="18" charset="0"/>
                          <a:cs typeface="Times New Roman" panose="02020603050405020304" pitchFamily="18" charset="0"/>
                        </a:rPr>
                        <a:t>(1998)</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US" sz="1400" dirty="0" err="1">
                          <a:latin typeface="Times New Roman"/>
                          <a:cs typeface="Times New Roman"/>
                        </a:rPr>
                        <a:t>Kolluru</a:t>
                      </a:r>
                      <a:r>
                        <a:rPr lang="en-IN" sz="1400" dirty="0">
                          <a:latin typeface="Times New Roman" panose="02020603050405020304" pitchFamily="18" charset="0"/>
                          <a:cs typeface="Times New Roman" panose="02020603050405020304" pitchFamily="18" charset="0"/>
                        </a:rPr>
                        <a:t> et al.</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fontAlgn="t"/>
                      <a:r>
                        <a:rPr lang="en-US" sz="1400" b="0" i="0" dirty="0">
                          <a:solidFill>
                            <a:schemeClr val="tx1"/>
                          </a:solidFill>
                          <a:effectLst/>
                          <a:latin typeface="Times New Roman" panose="02020603050405020304" pitchFamily="18" charset="0"/>
                          <a:ea typeface="+mn-ea"/>
                          <a:cs typeface="Times New Roman" panose="02020603050405020304" pitchFamily="18" charset="0"/>
                        </a:rPr>
                        <a:t>This paper presents an analytical model of a flat surfaced robotic gripper designed to automate the process of reliable, rapid and distortion-free limp material handling. The designed gripper prototype is integrated with an industrial robot manipulator. Performance of the overall system is experimentally tested, based on a set of industry dictated operational constraints.</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76396529"/>
                  </a:ext>
                </a:extLst>
              </a:tr>
              <a:tr h="1296068">
                <a:tc>
                  <a:txBody>
                    <a:bodyPr/>
                    <a:lstStyle/>
                    <a:p>
                      <a:pPr algn="just" rtl="0" fontAlgn="t">
                        <a:spcBef>
                          <a:spcPts val="0"/>
                        </a:spcBef>
                        <a:spcAft>
                          <a:spcPts val="0"/>
                        </a:spcAft>
                      </a:pPr>
                      <a:r>
                        <a:rPr lang="en-US" sz="1400" dirty="0">
                          <a:latin typeface="Times New Roman"/>
                          <a:cs typeface="Times New Roman"/>
                        </a:rPr>
                        <a:t>Materials-handling systems: Automating of materials handling can integrate otherwise isolated islands of automated machine tools </a:t>
                      </a:r>
                      <a:r>
                        <a:rPr lang="en-US" sz="1400" dirty="0">
                          <a:latin typeface="Times New Roman" panose="02020603050405020304" pitchFamily="18" charset="0"/>
                          <a:cs typeface="Times New Roman" panose="02020603050405020304" pitchFamily="18" charset="0"/>
                        </a:rPr>
                        <a:t>(1983)</a:t>
                      </a: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US" sz="1400" dirty="0" err="1">
                          <a:latin typeface="Times New Roman"/>
                          <a:cs typeface="Times New Roman"/>
                        </a:rPr>
                        <a:t>Bradt</a:t>
                      </a:r>
                      <a:r>
                        <a:rPr lang="en-US" sz="1400" dirty="0">
                          <a:latin typeface="Times New Roman"/>
                          <a:cs typeface="Times New Roman"/>
                        </a:rPr>
                        <a:t> and Alfred</a:t>
                      </a:r>
                      <a:endParaRPr lang="en-IN"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To function at their full potential, expensive and highly automated production machines have to be integrated into systems. Work in process has to be transported quickly and reliably from one work station to the next, and stored workpieces must be easily accessible.</a:t>
                      </a:r>
                      <a:endParaRPr lang="en-US"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25681973"/>
                  </a:ext>
                </a:extLst>
              </a:tr>
              <a:tr h="1086598">
                <a:tc>
                  <a:txBody>
                    <a:bodyPr/>
                    <a:lstStyle/>
                    <a:p>
                      <a:pPr algn="just" rtl="0" fontAlgn="t">
                        <a:spcBef>
                          <a:spcPts val="0"/>
                        </a:spcBef>
                        <a:spcAft>
                          <a:spcPts val="0"/>
                        </a:spcAft>
                      </a:pPr>
                      <a:r>
                        <a:rPr lang="en-US" sz="1400" dirty="0">
                          <a:latin typeface="Times New Roman"/>
                          <a:cs typeface="Times New Roman"/>
                        </a:rPr>
                        <a:t>Challenges for SMEs entering the IoT world: success is about so much more than technology (2017)</a:t>
                      </a:r>
                      <a:endParaRPr lang="en-US"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US" sz="1400" dirty="0">
                          <a:latin typeface="Times New Roman"/>
                          <a:cs typeface="Times New Roman"/>
                        </a:rPr>
                        <a:t>Nylander et al.</a:t>
                      </a:r>
                      <a:endParaRPr lang="en-IN"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We describe a case in which a small company with no competence in the Internet of Things has attempted to develop a connected product. Many of the issues that have come up around this process are not centered around the technology or the technical solution. Instead, the IoT brings additional challenges connected to the change of the customer-provider relationship, the need for a new business model, the need to understand the IoT ecosystem to make a product fit in, and the challenge of getting access to all the different competences needed.</a:t>
                      </a:r>
                      <a:endParaRPr lang="en-US"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751526"/>
                  </a:ext>
                </a:extLst>
              </a:tr>
            </a:tbl>
          </a:graphicData>
        </a:graphic>
      </p:graphicFrame>
      <p:sp>
        <p:nvSpPr>
          <p:cNvPr id="10" name="Rectangle 2">
            <a:extLst>
              <a:ext uri="{FF2B5EF4-FFF2-40B4-BE49-F238E27FC236}">
                <a16:creationId xmlns:a16="http://schemas.microsoft.com/office/drawing/2014/main" id="{316A320A-1D91-F758-8E27-9D028E843816}"/>
              </a:ext>
            </a:extLst>
          </p:cNvPr>
          <p:cNvSpPr>
            <a:spLocks noChangeArrowheads="1"/>
          </p:cNvSpPr>
          <p:nvPr/>
        </p:nvSpPr>
        <p:spPr bwMode="auto">
          <a:xfrm>
            <a:off x="865188" y="18907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Footer Placeholder 11">
            <a:extLst>
              <a:ext uri="{FF2B5EF4-FFF2-40B4-BE49-F238E27FC236}">
                <a16:creationId xmlns:a16="http://schemas.microsoft.com/office/drawing/2014/main" id="{115CC1AF-38F8-7587-9736-D112F0DD7CED}"/>
              </a:ext>
            </a:extLst>
          </p:cNvPr>
          <p:cNvSpPr>
            <a:spLocks noGrp="1"/>
          </p:cNvSpPr>
          <p:nvPr>
            <p:ph type="ftr" sz="quarter" idx="5"/>
          </p:nvPr>
        </p:nvSpPr>
        <p:spPr>
          <a:xfrm>
            <a:off x="4145280" y="6581001"/>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6</a:t>
            </a:r>
            <a:r>
              <a:rPr lang="en-US" dirty="0"/>
              <a:t>         </a:t>
            </a:r>
          </a:p>
        </p:txBody>
      </p:sp>
    </p:spTree>
    <p:extLst>
      <p:ext uri="{BB962C8B-B14F-4D97-AF65-F5344CB8AC3E}">
        <p14:creationId xmlns:p14="http://schemas.microsoft.com/office/powerpoint/2010/main" val="294652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E676B-CF9B-B415-8B02-EF46FC518F2B}"/>
              </a:ext>
            </a:extLst>
          </p:cNvPr>
          <p:cNvSpPr>
            <a:spLocks noGrp="1"/>
          </p:cNvSpPr>
          <p:nvPr>
            <p:ph type="title"/>
          </p:nvPr>
        </p:nvSpPr>
        <p:spPr>
          <a:xfrm>
            <a:off x="770506" y="131803"/>
            <a:ext cx="6432079" cy="553998"/>
          </a:xfrm>
        </p:spPr>
        <p:txBody>
          <a:bodyPr/>
          <a:lstStyle/>
          <a:p>
            <a:r>
              <a:rPr lang="en-US" u="none" dirty="0">
                <a:latin typeface="Times New Roman"/>
                <a:cs typeface="Times New Roman"/>
              </a:rPr>
              <a:t>Literature Survey</a:t>
            </a:r>
          </a:p>
        </p:txBody>
      </p:sp>
      <p:graphicFrame>
        <p:nvGraphicFramePr>
          <p:cNvPr id="9" name="Table 8">
            <a:extLst>
              <a:ext uri="{FF2B5EF4-FFF2-40B4-BE49-F238E27FC236}">
                <a16:creationId xmlns:a16="http://schemas.microsoft.com/office/drawing/2014/main" id="{7A40F61A-44D7-6E26-846A-55400EE766EF}"/>
              </a:ext>
            </a:extLst>
          </p:cNvPr>
          <p:cNvGraphicFramePr>
            <a:graphicFrameLocks noGrp="1"/>
          </p:cNvGraphicFramePr>
          <p:nvPr>
            <p:extLst>
              <p:ext uri="{D42A27DB-BD31-4B8C-83A1-F6EECF244321}">
                <p14:modId xmlns:p14="http://schemas.microsoft.com/office/powerpoint/2010/main" val="3752358971"/>
              </p:ext>
            </p:extLst>
          </p:nvPr>
        </p:nvGraphicFramePr>
        <p:xfrm>
          <a:off x="770506" y="685803"/>
          <a:ext cx="11197376" cy="5916310"/>
        </p:xfrm>
        <a:graphic>
          <a:graphicData uri="http://schemas.openxmlformats.org/drawingml/2006/table">
            <a:tbl>
              <a:tblPr/>
              <a:tblGrid>
                <a:gridCol w="2214961">
                  <a:extLst>
                    <a:ext uri="{9D8B030D-6E8A-4147-A177-3AD203B41FA5}">
                      <a16:colId xmlns:a16="http://schemas.microsoft.com/office/drawing/2014/main" val="3107931582"/>
                    </a:ext>
                  </a:extLst>
                </a:gridCol>
                <a:gridCol w="945518">
                  <a:extLst>
                    <a:ext uri="{9D8B030D-6E8A-4147-A177-3AD203B41FA5}">
                      <a16:colId xmlns:a16="http://schemas.microsoft.com/office/drawing/2014/main" val="2814813905"/>
                    </a:ext>
                  </a:extLst>
                </a:gridCol>
                <a:gridCol w="8036897">
                  <a:extLst>
                    <a:ext uri="{9D8B030D-6E8A-4147-A177-3AD203B41FA5}">
                      <a16:colId xmlns:a16="http://schemas.microsoft.com/office/drawing/2014/main" val="3615899096"/>
                    </a:ext>
                  </a:extLst>
                </a:gridCol>
              </a:tblGrid>
              <a:tr h="265067">
                <a:tc>
                  <a:txBody>
                    <a:bodyPr/>
                    <a:lstStyle/>
                    <a:p>
                      <a:pPr algn="ctr" rtl="0" fontAlgn="t">
                        <a:spcBef>
                          <a:spcPts val="0"/>
                        </a:spcBef>
                        <a:spcAft>
                          <a:spcPts val="0"/>
                        </a:spcAft>
                      </a:pPr>
                      <a:r>
                        <a:rPr lang="en-IN" sz="1400" dirty="0">
                          <a:latin typeface="Times New Roman" panose="02020603050405020304" pitchFamily="18" charset="0"/>
                          <a:cs typeface="Times New Roman" panose="02020603050405020304" pitchFamily="18" charset="0"/>
                        </a:rPr>
                        <a:t>Title</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ctr" rtl="0" fontAlgn="t">
                        <a:spcBef>
                          <a:spcPts val="0"/>
                        </a:spcBef>
                        <a:spcAft>
                          <a:spcPts val="0"/>
                        </a:spcAft>
                      </a:pPr>
                      <a:r>
                        <a:rPr lang="en-IN" sz="1400">
                          <a:latin typeface="Times New Roman" panose="02020603050405020304" pitchFamily="18" charset="0"/>
                          <a:cs typeface="Times New Roman" panose="02020603050405020304" pitchFamily="18" charset="0"/>
                        </a:rPr>
                        <a:t>Author</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ctr" rtl="0" fontAlgn="t">
                        <a:spcBef>
                          <a:spcPts val="0"/>
                        </a:spcBef>
                        <a:spcAft>
                          <a:spcPts val="0"/>
                        </a:spcAft>
                      </a:pPr>
                      <a:r>
                        <a:rPr lang="en-IN" sz="1400" dirty="0">
                          <a:latin typeface="Times New Roman" panose="02020603050405020304" pitchFamily="18" charset="0"/>
                          <a:cs typeface="Times New Roman" panose="02020603050405020304" pitchFamily="18" charset="0"/>
                        </a:rPr>
                        <a:t>Description</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34873526"/>
                  </a:ext>
                </a:extLst>
              </a:tr>
              <a:tr h="970914">
                <a:tc>
                  <a:txBody>
                    <a:bodyPr/>
                    <a:lstStyle/>
                    <a:p>
                      <a:pPr algn="just" rtl="0" fontAlgn="t">
                        <a:spcBef>
                          <a:spcPts val="0"/>
                        </a:spcBef>
                        <a:spcAft>
                          <a:spcPts val="0"/>
                        </a:spcAft>
                      </a:pPr>
                      <a:r>
                        <a:rPr lang="en-IN" sz="1400" b="0" i="0" u="none" strike="noStrike" dirty="0">
                          <a:solidFill>
                            <a:schemeClr val="tx1"/>
                          </a:solidFill>
                          <a:effectLst/>
                          <a:latin typeface="Times New Roman" panose="02020603050405020304" pitchFamily="18" charset="0"/>
                          <a:ea typeface="+mn-ea"/>
                          <a:cs typeface="Times New Roman" panose="02020603050405020304" pitchFamily="18" charset="0"/>
                        </a:rPr>
                        <a:t>Robots in Healthcare </a:t>
                      </a:r>
                      <a:r>
                        <a:rPr lang="en-US" sz="1400" dirty="0">
                          <a:latin typeface="Times New Roman" panose="02020603050405020304" pitchFamily="18" charset="0"/>
                          <a:cs typeface="Times New Roman" panose="02020603050405020304" pitchFamily="18" charset="0"/>
                        </a:rPr>
                        <a:t>(2023)</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IN" sz="1400" dirty="0">
                          <a:latin typeface="Times New Roman" panose="02020603050405020304" pitchFamily="18" charset="0"/>
                          <a:cs typeface="Times New Roman" panose="02020603050405020304" pitchFamily="18" charset="0"/>
                        </a:rPr>
                        <a:t>Kim</a:t>
                      </a:r>
                    </a:p>
                    <a:p>
                      <a:pPr rtl="0" fontAlgn="t">
                        <a:spcBef>
                          <a:spcPts val="0"/>
                        </a:spcBef>
                        <a:spcAft>
                          <a:spcPts val="0"/>
                        </a:spcAft>
                      </a:pPr>
                      <a:r>
                        <a:rPr lang="en-IN" sz="1400" dirty="0">
                          <a:latin typeface="Times New Roman" panose="02020603050405020304" pitchFamily="18" charset="0"/>
                          <a:cs typeface="Times New Roman" panose="02020603050405020304" pitchFamily="18" charset="0"/>
                        </a:rPr>
                        <a:t> </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dirty="0">
                          <a:latin typeface="Times New Roman" panose="02020603050405020304" pitchFamily="18" charset="0"/>
                          <a:cs typeface="Times New Roman" panose="02020603050405020304" pitchFamily="18" charset="0"/>
                        </a:rPr>
                        <a:t>Robots not only assist during surgeries, they also help healthcare professionals in other aspects from sanitizing hospitals during pandemic to teaching social skills to children with autism. </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54627913"/>
                  </a:ext>
                </a:extLst>
              </a:tr>
              <a:tr h="933281">
                <a:tc>
                  <a:txBody>
                    <a:bodyPr/>
                    <a:lstStyle/>
                    <a:p>
                      <a:pPr algn="just" rtl="0" fontAlgn="t">
                        <a:spcBef>
                          <a:spcPts val="0"/>
                        </a:spcBef>
                        <a:spcAft>
                          <a:spcPts val="0"/>
                        </a:spcAft>
                      </a:pPr>
                      <a:r>
                        <a:rPr lang="en-US" sz="1400" b="0" i="0" u="none" strike="noStrike" dirty="0">
                          <a:solidFill>
                            <a:schemeClr val="tx1"/>
                          </a:solidFill>
                          <a:effectLst/>
                          <a:latin typeface="Times New Roman" panose="02020603050405020304" pitchFamily="18" charset="0"/>
                          <a:ea typeface="+mn-ea"/>
                          <a:cs typeface="Times New Roman" panose="02020603050405020304" pitchFamily="18" charset="0"/>
                        </a:rPr>
                        <a:t>Internet of Things Meets Robotics: A Survey of Cloud-based Robots </a:t>
                      </a:r>
                      <a:r>
                        <a:rPr lang="en-US" sz="1400" dirty="0">
                          <a:latin typeface="Times New Roman" panose="02020603050405020304" pitchFamily="18" charset="0"/>
                          <a:cs typeface="Times New Roman" panose="02020603050405020304" pitchFamily="18" charset="0"/>
                        </a:rPr>
                        <a:t>(2023)</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IN" sz="1400" dirty="0">
                          <a:latin typeface="Times New Roman" panose="02020603050405020304" pitchFamily="18" charset="0"/>
                          <a:cs typeface="Times New Roman" panose="02020603050405020304" pitchFamily="18" charset="0"/>
                        </a:rPr>
                        <a:t>Eze</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This work presents a survey of existing literature on the fusion of the Internet of Things (IoT) with robotics and explores the integration of these technologies for the development of the Internet of Robotics Things (</a:t>
                      </a:r>
                      <a:r>
                        <a:rPr lang="en-US" sz="1400" b="0" i="0" dirty="0" err="1">
                          <a:solidFill>
                            <a:schemeClr val="tx1"/>
                          </a:solidFill>
                          <a:effectLst/>
                          <a:latin typeface="Times New Roman" panose="02020603050405020304" pitchFamily="18" charset="0"/>
                          <a:ea typeface="+mn-ea"/>
                          <a:cs typeface="Times New Roman" panose="02020603050405020304" pitchFamily="18" charset="0"/>
                        </a:rPr>
                        <a:t>IoRT</a:t>
                      </a:r>
                      <a:r>
                        <a:rPr lang="en-US" sz="1400" b="0" i="0" dirty="0">
                          <a:solidFill>
                            <a:schemeClr val="tx1"/>
                          </a:solidFill>
                          <a:effectLst/>
                          <a:latin typeface="Times New Roman" panose="02020603050405020304" pitchFamily="18" charset="0"/>
                          <a:ea typeface="+mn-ea"/>
                          <a:cs typeface="Times New Roman" panose="02020603050405020304" pitchFamily="18" charset="0"/>
                        </a:rPr>
                        <a:t>). The survey focuses on the applications of </a:t>
                      </a:r>
                      <a:r>
                        <a:rPr lang="en-US" sz="1400" b="0" i="0" dirty="0" err="1">
                          <a:solidFill>
                            <a:schemeClr val="tx1"/>
                          </a:solidFill>
                          <a:effectLst/>
                          <a:latin typeface="Times New Roman" panose="02020603050405020304" pitchFamily="18" charset="0"/>
                          <a:ea typeface="+mn-ea"/>
                          <a:cs typeface="Times New Roman" panose="02020603050405020304" pitchFamily="18" charset="0"/>
                        </a:rPr>
                        <a:t>IoRT</a:t>
                      </a:r>
                      <a:r>
                        <a:rPr lang="en-US" sz="1400" b="0" i="0" dirty="0">
                          <a:solidFill>
                            <a:schemeClr val="tx1"/>
                          </a:solidFill>
                          <a:effectLst/>
                          <a:latin typeface="Times New Roman" panose="02020603050405020304" pitchFamily="18" charset="0"/>
                          <a:ea typeface="+mn-ea"/>
                          <a:cs typeface="Times New Roman" panose="02020603050405020304" pitchFamily="18" charset="0"/>
                        </a:rPr>
                        <a:t> in healthcare and agriculture, while also addressing key concerns regarding the adoption of IoT and robotics. </a:t>
                      </a:r>
                      <a:endParaRPr lang="en-US" sz="1400" dirty="0">
                        <a:latin typeface="Times New Roman" panose="02020603050405020304" pitchFamily="18" charset="0"/>
                        <a:cs typeface="Times New Roman" panose="02020603050405020304" pitchFamily="18" charset="0"/>
                      </a:endParaRP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68130449"/>
                  </a:ext>
                </a:extLst>
              </a:tr>
              <a:tr h="1287111">
                <a:tc>
                  <a:txBody>
                    <a:bodyPr/>
                    <a:lstStyle/>
                    <a:p>
                      <a:pPr algn="just" rtl="0" fontAlgn="t">
                        <a:spcBef>
                          <a:spcPts val="0"/>
                        </a:spcBef>
                        <a:spcAft>
                          <a:spcPts val="0"/>
                        </a:spcAft>
                      </a:pPr>
                      <a:r>
                        <a:rPr lang="en-US" sz="1400" b="0" i="0" u="none" strike="noStrike" dirty="0">
                          <a:solidFill>
                            <a:schemeClr val="tx1"/>
                          </a:solidFill>
                          <a:effectLst/>
                          <a:latin typeface="Times New Roman" panose="02020603050405020304" pitchFamily="18" charset="0"/>
                          <a:ea typeface="+mn-ea"/>
                          <a:cs typeface="Times New Roman" panose="02020603050405020304" pitchFamily="18" charset="0"/>
                        </a:rPr>
                        <a:t>Internet of Things and Robotics in Transforming Current-Day Healthcare Services </a:t>
                      </a:r>
                      <a:r>
                        <a:rPr lang="en-US" sz="1400" dirty="0">
                          <a:latin typeface="Times New Roman" panose="02020603050405020304" pitchFamily="18" charset="0"/>
                          <a:cs typeface="Times New Roman" panose="02020603050405020304" pitchFamily="18" charset="0"/>
                        </a:rPr>
                        <a:t>(2021)</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IN" sz="1400" dirty="0">
                          <a:latin typeface="Times New Roman" panose="02020603050405020304" pitchFamily="18" charset="0"/>
                          <a:cs typeface="Times New Roman" panose="02020603050405020304" pitchFamily="18" charset="0"/>
                        </a:rPr>
                        <a:t>Pradhan et al.</a:t>
                      </a: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Technology has become an integral part of everyday lives. Recent years have witnessed advancement in technology with a wide range of applications in healthcare. However, the use of the Internet of Things (IoT) and robotics are yet to see substantial growth in terms of its acceptability in healthcare applications. The current study has discussed the role of the aforesaid technology in transforming healthcare services. The study also presented various functionalities of the ideal IoT-aided robotic systems and their importance in healthcare applications.</a:t>
                      </a:r>
                      <a:endParaRPr lang="en-US" sz="1400" dirty="0">
                        <a:latin typeface="Times New Roman" panose="02020603050405020304" pitchFamily="18" charset="0"/>
                        <a:cs typeface="Times New Roman" panose="02020603050405020304" pitchFamily="18" charset="0"/>
                      </a:endParaRPr>
                    </a:p>
                  </a:txBody>
                  <a:tcPr marL="29150" marR="29150"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76396529"/>
                  </a:ext>
                </a:extLst>
              </a:tr>
              <a:tr h="1287111">
                <a:tc>
                  <a:txBody>
                    <a:bodyPr/>
                    <a:lstStyle/>
                    <a:p>
                      <a:pPr algn="just" rtl="0" fontAlgn="t">
                        <a:spcBef>
                          <a:spcPts val="0"/>
                        </a:spcBef>
                        <a:spcAft>
                          <a:spcPts val="0"/>
                        </a:spcAft>
                      </a:pPr>
                      <a:r>
                        <a:rPr lang="en-US" sz="1400" b="0" i="0" u="none" strike="noStrike" dirty="0">
                          <a:solidFill>
                            <a:schemeClr val="tx1"/>
                          </a:solidFill>
                          <a:effectLst/>
                          <a:latin typeface="Times New Roman" panose="02020603050405020304" pitchFamily="18" charset="0"/>
                          <a:ea typeface="+mn-ea"/>
                          <a:cs typeface="Times New Roman" panose="02020603050405020304" pitchFamily="18" charset="0"/>
                        </a:rPr>
                        <a:t>Internet of Robotic Things: Current Technologies, Applications, Challenges and Future Directions </a:t>
                      </a:r>
                      <a:r>
                        <a:rPr lang="en-US" sz="1400" dirty="0">
                          <a:latin typeface="Times New Roman" panose="02020603050405020304" pitchFamily="18" charset="0"/>
                          <a:cs typeface="Times New Roman" panose="02020603050405020304" pitchFamily="18" charset="0"/>
                        </a:rPr>
                        <a:t>(2021)</a:t>
                      </a: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IN" sz="1400" dirty="0">
                          <a:latin typeface="Times New Roman" panose="02020603050405020304" pitchFamily="18" charset="0"/>
                          <a:cs typeface="Times New Roman" panose="02020603050405020304" pitchFamily="18" charset="0"/>
                        </a:rPr>
                        <a:t>Villa et al.</a:t>
                      </a: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Nowadays, the Internet of Things (IoT) concept is gaining more and more notoriety bringing the number of connected devices to reach the order of billion units. Its smart technology is influencing the research and developments of advanced solutions in many areas. This paper focuses on the merger between the IoT and robotics named the Internet of Robotic Things (</a:t>
                      </a:r>
                      <a:r>
                        <a:rPr lang="en-US" sz="1400" b="0" i="0" dirty="0" err="1">
                          <a:solidFill>
                            <a:schemeClr val="tx1"/>
                          </a:solidFill>
                          <a:effectLst/>
                          <a:latin typeface="Times New Roman" panose="02020603050405020304" pitchFamily="18" charset="0"/>
                          <a:ea typeface="+mn-ea"/>
                          <a:cs typeface="Times New Roman" panose="02020603050405020304" pitchFamily="18" charset="0"/>
                        </a:rPr>
                        <a:t>IoRT</a:t>
                      </a:r>
                      <a:r>
                        <a:rPr lang="en-US" sz="1400" b="0" i="0" dirty="0">
                          <a:solidFill>
                            <a:schemeClr val="tx1"/>
                          </a:solidFill>
                          <a:effectLst/>
                          <a:latin typeface="Times New Roman" panose="02020603050405020304" pitchFamily="18" charset="0"/>
                          <a:ea typeface="+mn-ea"/>
                          <a:cs typeface="Times New Roman" panose="02020603050405020304" pitchFamily="18" charset="0"/>
                        </a:rPr>
                        <a:t>). Allowing robotic systems to communicate over the internet at a minimal cost is an important technological opportunity. Robots can use the cloud to improve the overall performance and for offloading demanding tasks.</a:t>
                      </a:r>
                      <a:endParaRPr lang="en-US"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25681973"/>
                  </a:ext>
                </a:extLst>
              </a:tr>
              <a:tr h="1079089">
                <a:tc>
                  <a:txBody>
                    <a:bodyPr/>
                    <a:lstStyle/>
                    <a:p>
                      <a:pPr algn="just" rtl="0" fontAlgn="t">
                        <a:spcBef>
                          <a:spcPts val="0"/>
                        </a:spcBef>
                        <a:spcAft>
                          <a:spcPts val="0"/>
                        </a:spcAft>
                      </a:pPr>
                      <a:r>
                        <a:rPr lang="en-US" sz="1400" b="0" i="0" u="none" strike="noStrike" dirty="0">
                          <a:solidFill>
                            <a:schemeClr val="tx1"/>
                          </a:solidFill>
                          <a:effectLst/>
                          <a:latin typeface="Times New Roman" panose="02020603050405020304" pitchFamily="18" charset="0"/>
                          <a:ea typeface="+mn-ea"/>
                          <a:cs typeface="Times New Roman" panose="02020603050405020304" pitchFamily="18" charset="0"/>
                        </a:rPr>
                        <a:t>Cloud and IoT Applications in Material Handling Automation and Intralogistics (2020)</a:t>
                      </a:r>
                      <a:endParaRPr lang="en-US"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rtl="0" fontAlgn="t">
                        <a:spcBef>
                          <a:spcPts val="0"/>
                        </a:spcBef>
                        <a:spcAft>
                          <a:spcPts val="0"/>
                        </a:spcAft>
                      </a:pPr>
                      <a:r>
                        <a:rPr lang="en-IN" sz="1400" b="0" i="0" u="none" strike="noStrike" dirty="0" err="1">
                          <a:solidFill>
                            <a:schemeClr val="tx1"/>
                          </a:solidFill>
                          <a:effectLst/>
                          <a:latin typeface="Times New Roman" panose="02020603050405020304" pitchFamily="18" charset="0"/>
                          <a:ea typeface="+mn-ea"/>
                          <a:cs typeface="Times New Roman" panose="02020603050405020304" pitchFamily="18" charset="0"/>
                        </a:rPr>
                        <a:t>Ponis</a:t>
                      </a:r>
                      <a:r>
                        <a:rPr lang="en-IN" sz="1400" b="0" i="0" u="none" strike="noStrike" dirty="0">
                          <a:solidFill>
                            <a:schemeClr val="tx1"/>
                          </a:solidFill>
                          <a:effectLst/>
                          <a:latin typeface="Times New Roman" panose="02020603050405020304" pitchFamily="18" charset="0"/>
                          <a:ea typeface="+mn-ea"/>
                          <a:cs typeface="Times New Roman" panose="02020603050405020304" pitchFamily="18" charset="0"/>
                        </a:rPr>
                        <a:t> and </a:t>
                      </a:r>
                      <a:r>
                        <a:rPr lang="en-IN" sz="1400" b="0" i="0" u="none" strike="noStrike" dirty="0" err="1">
                          <a:solidFill>
                            <a:schemeClr val="tx1"/>
                          </a:solidFill>
                          <a:effectLst/>
                          <a:latin typeface="Times New Roman" panose="02020603050405020304" pitchFamily="18" charset="0"/>
                          <a:ea typeface="+mn-ea"/>
                          <a:cs typeface="Times New Roman" panose="02020603050405020304" pitchFamily="18" charset="0"/>
                        </a:rPr>
                        <a:t>Efthymiou</a:t>
                      </a:r>
                      <a:endParaRPr lang="en-IN" sz="11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tc>
                  <a:txBody>
                    <a:bodyPr/>
                    <a:lstStyle/>
                    <a:p>
                      <a:pPr algn="just" rtl="0" fontAlgn="t">
                        <a:spcBef>
                          <a:spcPts val="0"/>
                        </a:spcBef>
                        <a:spcAft>
                          <a:spcPts val="0"/>
                        </a:spcAft>
                      </a:pPr>
                      <a:r>
                        <a:rPr lang="en-US" sz="1400" b="0" i="0" dirty="0">
                          <a:solidFill>
                            <a:schemeClr val="tx1"/>
                          </a:solidFill>
                          <a:effectLst/>
                          <a:latin typeface="Times New Roman" panose="02020603050405020304" pitchFamily="18" charset="0"/>
                          <a:ea typeface="+mn-ea"/>
                          <a:cs typeface="Times New Roman" panose="02020603050405020304" pitchFamily="18" charset="0"/>
                        </a:rPr>
                        <a:t>Industry 4.0, the new industrial revolution, is merging the physical, digital and virtual worlds through emerging technologies that collide with each other and create a distinctive paradigm shift. Even though the topic of Industry 4.0, has attracted significant attention during the past few years, literature in this subject area is still limited. The main objective of this paper is to study the current state of the art and identify major trends and research shortcomings.</a:t>
                      </a:r>
                      <a:endParaRPr lang="en-US" sz="1400" dirty="0">
                        <a:latin typeface="Times New Roman" panose="02020603050405020304" pitchFamily="18" charset="0"/>
                        <a:cs typeface="Times New Roman" panose="02020603050405020304" pitchFamily="18" charset="0"/>
                      </a:endParaRPr>
                    </a:p>
                  </a:txBody>
                  <a:tcPr marL="20821" marR="20821" marT="19988" marB="19988">
                    <a:lnL w="12697" cap="flat" cmpd="sng" algn="ctr">
                      <a:solidFill>
                        <a:srgbClr val="000000"/>
                      </a:solidFill>
                      <a:prstDash val="solid"/>
                      <a:round/>
                      <a:headEnd type="none" w="med" len="med"/>
                      <a:tailEnd type="none" w="med" len="med"/>
                    </a:lnL>
                    <a:lnR w="12697" cap="flat" cmpd="sng" algn="ctr">
                      <a:solidFill>
                        <a:srgbClr val="000000"/>
                      </a:solidFill>
                      <a:prstDash val="solid"/>
                      <a:round/>
                      <a:headEnd type="none" w="med" len="med"/>
                      <a:tailEnd type="none" w="med" len="med"/>
                    </a:lnR>
                    <a:lnT w="12697" cap="flat" cmpd="sng" algn="ctr">
                      <a:solidFill>
                        <a:srgbClr val="000000"/>
                      </a:solidFill>
                      <a:prstDash val="solid"/>
                      <a:round/>
                      <a:headEnd type="none" w="med" len="med"/>
                      <a:tailEnd type="none" w="med" len="med"/>
                    </a:lnT>
                    <a:lnB w="1269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93112156"/>
                  </a:ext>
                </a:extLst>
              </a:tr>
            </a:tbl>
          </a:graphicData>
        </a:graphic>
      </p:graphicFrame>
      <p:sp>
        <p:nvSpPr>
          <p:cNvPr id="10" name="Rectangle 2">
            <a:extLst>
              <a:ext uri="{FF2B5EF4-FFF2-40B4-BE49-F238E27FC236}">
                <a16:creationId xmlns:a16="http://schemas.microsoft.com/office/drawing/2014/main" id="{316A320A-1D91-F758-8E27-9D028E843816}"/>
              </a:ext>
            </a:extLst>
          </p:cNvPr>
          <p:cNvSpPr>
            <a:spLocks noChangeArrowheads="1"/>
          </p:cNvSpPr>
          <p:nvPr/>
        </p:nvSpPr>
        <p:spPr bwMode="auto">
          <a:xfrm>
            <a:off x="865188" y="18907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Footer Placeholder 3">
            <a:extLst>
              <a:ext uri="{FF2B5EF4-FFF2-40B4-BE49-F238E27FC236}">
                <a16:creationId xmlns:a16="http://schemas.microsoft.com/office/drawing/2014/main" id="{2D2209F0-D26F-A547-C508-FDEAE8D2C544}"/>
              </a:ext>
            </a:extLst>
          </p:cNvPr>
          <p:cNvSpPr>
            <a:spLocks noGrp="1"/>
          </p:cNvSpPr>
          <p:nvPr>
            <p:ph type="ftr" sz="quarter" idx="5"/>
          </p:nvPr>
        </p:nvSpPr>
        <p:spPr>
          <a:xfrm>
            <a:off x="4145280" y="6602113"/>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7</a:t>
            </a:r>
            <a:r>
              <a:rPr lang="en-US" dirty="0"/>
              <a:t>      </a:t>
            </a:r>
          </a:p>
        </p:txBody>
      </p:sp>
    </p:spTree>
    <p:extLst>
      <p:ext uri="{BB962C8B-B14F-4D97-AF65-F5344CB8AC3E}">
        <p14:creationId xmlns:p14="http://schemas.microsoft.com/office/powerpoint/2010/main" val="2412814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CF22B-A95F-B98F-509A-C68B2E5856DE}"/>
              </a:ext>
            </a:extLst>
          </p:cNvPr>
          <p:cNvSpPr>
            <a:spLocks noGrp="1"/>
          </p:cNvSpPr>
          <p:nvPr>
            <p:ph type="title"/>
          </p:nvPr>
        </p:nvSpPr>
        <p:spPr>
          <a:xfrm>
            <a:off x="766482" y="437147"/>
            <a:ext cx="10815918" cy="655638"/>
          </a:xfrm>
        </p:spPr>
        <p:txBody>
          <a:bodyPr>
            <a:normAutofit/>
          </a:bodyPr>
          <a:lstStyle/>
          <a:p>
            <a:r>
              <a:rPr lang="en-US" u="none" dirty="0">
                <a:latin typeface="Times New Roman"/>
                <a:cs typeface="Times New Roman"/>
              </a:rPr>
              <a:t>Methodology</a:t>
            </a:r>
          </a:p>
        </p:txBody>
      </p:sp>
      <p:sp>
        <p:nvSpPr>
          <p:cNvPr id="5" name="TextBox 4">
            <a:extLst>
              <a:ext uri="{FF2B5EF4-FFF2-40B4-BE49-F238E27FC236}">
                <a16:creationId xmlns:a16="http://schemas.microsoft.com/office/drawing/2014/main" id="{7E30BE37-D062-3539-A238-B8065D07F50E}"/>
              </a:ext>
            </a:extLst>
          </p:cNvPr>
          <p:cNvSpPr txBox="1"/>
          <p:nvPr/>
        </p:nvSpPr>
        <p:spPr>
          <a:xfrm>
            <a:off x="766482" y="1362635"/>
            <a:ext cx="10815918" cy="4459426"/>
          </a:xfrm>
          <a:prstGeom prst="rect">
            <a:avLst/>
          </a:prstGeom>
          <a:noFill/>
        </p:spPr>
        <p:txBody>
          <a:bodyPr wrap="square" lIns="91440" tIns="45720" rIns="91440" bIns="45720" rtlCol="0" anchor="t">
            <a:spAutoFit/>
          </a:bodyPr>
          <a:lstStyle/>
          <a:p>
            <a:pPr marL="342900" indent="-342900" algn="just">
              <a:lnSpc>
                <a:spcPct val="150000"/>
              </a:lnSpc>
              <a:buFont typeface="Arial"/>
              <a:buChar char="•"/>
            </a:pPr>
            <a:r>
              <a:rPr lang="en-IN" sz="2400" dirty="0">
                <a:latin typeface="Times New Roman"/>
                <a:cs typeface="Times New Roman"/>
              </a:rPr>
              <a:t>The project methodology is focused on extensive research of robots and their applications.</a:t>
            </a:r>
            <a:endParaRPr lang="en-US" dirty="0"/>
          </a:p>
          <a:p>
            <a:pPr marL="342900" indent="-342900" algn="just">
              <a:lnSpc>
                <a:spcPct val="150000"/>
              </a:lnSpc>
              <a:buFont typeface="Arial"/>
              <a:buChar char="•"/>
            </a:pPr>
            <a:r>
              <a:rPr lang="en-IN" sz="2400" dirty="0">
                <a:latin typeface="Times New Roman"/>
                <a:cs typeface="Times New Roman"/>
              </a:rPr>
              <a:t>The design phase of the robot involved research studies, online resources and informative videos, culminating in the selection of a system that perfectly meets the needs of our project, especially our choice of robot model. </a:t>
            </a:r>
          </a:p>
          <a:p>
            <a:pPr marL="342900" indent="-342900" algn="just">
              <a:lnSpc>
                <a:spcPct val="150000"/>
              </a:lnSpc>
              <a:buFont typeface="Arial"/>
              <a:buChar char="•"/>
            </a:pPr>
            <a:r>
              <a:rPr lang="en-IN" sz="2400" dirty="0">
                <a:latin typeface="Times New Roman"/>
                <a:cs typeface="Times New Roman"/>
              </a:rPr>
              <a:t>The robotic design is ready to efficiently handle and transport products according to specific requirements and shows that it can be an asset to increase efficiency and accuracy.</a:t>
            </a:r>
            <a:endParaRPr lang="en-IN" sz="2400" dirty="0"/>
          </a:p>
        </p:txBody>
      </p:sp>
      <p:sp>
        <p:nvSpPr>
          <p:cNvPr id="6" name="Footer Placeholder 5">
            <a:extLst>
              <a:ext uri="{FF2B5EF4-FFF2-40B4-BE49-F238E27FC236}">
                <a16:creationId xmlns:a16="http://schemas.microsoft.com/office/drawing/2014/main" id="{EBA8E5D5-EF93-50ED-1814-88A96416704C}"/>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4059968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2F16C-8F97-BC67-FC7A-03FC38E023FE}"/>
              </a:ext>
            </a:extLst>
          </p:cNvPr>
          <p:cNvSpPr>
            <a:spLocks noGrp="1"/>
          </p:cNvSpPr>
          <p:nvPr>
            <p:ph type="title"/>
          </p:nvPr>
        </p:nvSpPr>
        <p:spPr>
          <a:xfrm>
            <a:off x="793375" y="188864"/>
            <a:ext cx="10802471" cy="655638"/>
          </a:xfrm>
        </p:spPr>
        <p:txBody>
          <a:bodyPr>
            <a:normAutofit/>
          </a:bodyPr>
          <a:lstStyle/>
          <a:p>
            <a:r>
              <a:rPr lang="en-US" u="none" dirty="0">
                <a:latin typeface="Times New Roman"/>
                <a:cs typeface="Times New Roman"/>
              </a:rPr>
              <a:t>Design</a:t>
            </a:r>
          </a:p>
        </p:txBody>
      </p:sp>
      <p:pic>
        <p:nvPicPr>
          <p:cNvPr id="3" name="Picture 2" descr="A robotic arm on a table&#10;&#10;Description automatically generated">
            <a:extLst>
              <a:ext uri="{FF2B5EF4-FFF2-40B4-BE49-F238E27FC236}">
                <a16:creationId xmlns:a16="http://schemas.microsoft.com/office/drawing/2014/main" id="{C96329CB-DD2B-36E4-3C2D-7792D78A1CBE}"/>
              </a:ext>
            </a:extLst>
          </p:cNvPr>
          <p:cNvPicPr>
            <a:picLocks noChangeAspect="1"/>
          </p:cNvPicPr>
          <p:nvPr/>
        </p:nvPicPr>
        <p:blipFill>
          <a:blip r:embed="rId2"/>
          <a:stretch>
            <a:fillRect/>
          </a:stretch>
        </p:blipFill>
        <p:spPr>
          <a:xfrm>
            <a:off x="2086065" y="731836"/>
            <a:ext cx="8019869" cy="5792457"/>
          </a:xfrm>
          <a:prstGeom prst="rect">
            <a:avLst/>
          </a:prstGeom>
        </p:spPr>
      </p:pic>
      <p:sp>
        <p:nvSpPr>
          <p:cNvPr id="6" name="Footer Placeholder 5">
            <a:extLst>
              <a:ext uri="{FF2B5EF4-FFF2-40B4-BE49-F238E27FC236}">
                <a16:creationId xmlns:a16="http://schemas.microsoft.com/office/drawing/2014/main" id="{4F69BEFD-A2FF-8BDC-765B-0005ABEA8C31}"/>
              </a:ext>
            </a:extLst>
          </p:cNvPr>
          <p:cNvSpPr>
            <a:spLocks noGrp="1"/>
          </p:cNvSpPr>
          <p:nvPr>
            <p:ph type="ftr" sz="quarter" idx="5"/>
          </p:nvPr>
        </p:nvSpPr>
        <p:spPr>
          <a:xfrm>
            <a:off x="4145279" y="6497686"/>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3998171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8BE2C-AEBC-D063-4860-6488B1A4BD35}"/>
              </a:ext>
            </a:extLst>
          </p:cNvPr>
          <p:cNvSpPr>
            <a:spLocks noGrp="1"/>
          </p:cNvSpPr>
          <p:nvPr>
            <p:ph type="title"/>
          </p:nvPr>
        </p:nvSpPr>
        <p:spPr>
          <a:xfrm>
            <a:off x="779928" y="298174"/>
            <a:ext cx="10802471" cy="655638"/>
          </a:xfrm>
        </p:spPr>
        <p:txBody>
          <a:bodyPr>
            <a:normAutofit/>
          </a:bodyPr>
          <a:lstStyle/>
          <a:p>
            <a:r>
              <a:rPr lang="en-US" u="none" dirty="0">
                <a:latin typeface="Times New Roman"/>
                <a:cs typeface="Times New Roman"/>
              </a:rPr>
              <a:t>Components</a:t>
            </a:r>
          </a:p>
        </p:txBody>
      </p:sp>
      <p:sp>
        <p:nvSpPr>
          <p:cNvPr id="3" name="Content Placeholder 2">
            <a:extLst>
              <a:ext uri="{FF2B5EF4-FFF2-40B4-BE49-F238E27FC236}">
                <a16:creationId xmlns:a16="http://schemas.microsoft.com/office/drawing/2014/main" id="{E6CDF981-8A6E-6916-D965-BCD31FC232D5}"/>
              </a:ext>
            </a:extLst>
          </p:cNvPr>
          <p:cNvSpPr>
            <a:spLocks noGrp="1"/>
          </p:cNvSpPr>
          <p:nvPr>
            <p:ph type="body" idx="1"/>
          </p:nvPr>
        </p:nvSpPr>
        <p:spPr>
          <a:xfrm>
            <a:off x="779928" y="952799"/>
            <a:ext cx="11026590" cy="5425142"/>
          </a:xfrm>
        </p:spPr>
        <p:txBody>
          <a:bodyPr vert="horz" lIns="91440" tIns="45720" rIns="91440" bIns="45720" rtlCol="0" anchor="t">
            <a:noAutofit/>
          </a:bodyPr>
          <a:lstStyle/>
          <a:p>
            <a:pPr marL="342900" indent="-342900" algn="just">
              <a:lnSpc>
                <a:spcPct val="150000"/>
              </a:lnSpc>
              <a:buFont typeface="Arial" panose="020B0604020202020204" pitchFamily="34" charset="0"/>
              <a:buChar char="•"/>
            </a:pPr>
            <a:r>
              <a:rPr lang="en-US" sz="2000" dirty="0">
                <a:latin typeface="Times New Roman"/>
                <a:cs typeface="Times New Roman"/>
              </a:rPr>
              <a:t>The envisioned robot features a streamlined structure comprising three main components: a mobile body, a dedicated handling equipment, and a robot arm with a four-degree-of-freedom (DOF) model and a two-claw motorized gripper as the end effector. Controlled by a NEMA 17 stepper motor and servo motors, the arm is attached upright to the mobile body, which is equipped with four wheels—two motor-operated at the front and two trolley wheels at the rear. </a:t>
            </a:r>
          </a:p>
          <a:p>
            <a:pPr marL="342900" indent="-342900" algn="just">
              <a:lnSpc>
                <a:spcPct val="150000"/>
              </a:lnSpc>
              <a:buFont typeface="Arial" panose="020B0604020202020204" pitchFamily="34" charset="0"/>
              <a:buChar char="•"/>
            </a:pPr>
            <a:r>
              <a:rPr lang="en-US" sz="2000" dirty="0">
                <a:latin typeface="Times New Roman"/>
                <a:cs typeface="Times New Roman"/>
              </a:rPr>
              <a:t>The entire assembly operates under the principles of the Internet of Things (IoT), with an Arduino UNO R3 board as the central control unit. Bluetooth connectivity enables remote control, utilizing a device like a smartphone as a teaching pendant.</a:t>
            </a:r>
          </a:p>
          <a:p>
            <a:pPr marL="342900" indent="-342900" algn="just">
              <a:lnSpc>
                <a:spcPct val="150000"/>
              </a:lnSpc>
              <a:buFont typeface="Arial" panose="020B0604020202020204" pitchFamily="34" charset="0"/>
              <a:buChar char="•"/>
            </a:pPr>
            <a:r>
              <a:rPr lang="en-US" sz="2000" dirty="0">
                <a:latin typeface="Times New Roman"/>
                <a:cs typeface="Times New Roman"/>
              </a:rPr>
              <a:t>The simplicity of the design enhances the robot's efficiency in executing tasks, making it a tailored solution for material handling.</a:t>
            </a:r>
          </a:p>
        </p:txBody>
      </p:sp>
      <p:sp>
        <p:nvSpPr>
          <p:cNvPr id="6" name="Footer Placeholder 5">
            <a:extLst>
              <a:ext uri="{FF2B5EF4-FFF2-40B4-BE49-F238E27FC236}">
                <a16:creationId xmlns:a16="http://schemas.microsoft.com/office/drawing/2014/main" id="{51C51E17-987E-B0EF-B400-C652E59C934B}"/>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10</a:t>
            </a:r>
            <a:r>
              <a:rPr lang="en-US" dirty="0"/>
              <a:t>        </a:t>
            </a:r>
          </a:p>
        </p:txBody>
      </p:sp>
    </p:spTree>
    <p:extLst>
      <p:ext uri="{BB962C8B-B14F-4D97-AF65-F5344CB8AC3E}">
        <p14:creationId xmlns:p14="http://schemas.microsoft.com/office/powerpoint/2010/main" val="1406142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2968-1120-C221-8B2D-9A120B4988C0}"/>
              </a:ext>
            </a:extLst>
          </p:cNvPr>
          <p:cNvSpPr>
            <a:spLocks noGrp="1"/>
          </p:cNvSpPr>
          <p:nvPr>
            <p:ph type="title"/>
          </p:nvPr>
        </p:nvSpPr>
        <p:spPr>
          <a:xfrm>
            <a:off x="766483" y="451351"/>
            <a:ext cx="2445912" cy="574040"/>
          </a:xfrm>
        </p:spPr>
        <p:txBody>
          <a:bodyPr/>
          <a:lstStyle/>
          <a:p>
            <a:r>
              <a:rPr lang="en-US" u="none" dirty="0">
                <a:latin typeface="Times New Roman"/>
                <a:cs typeface="Times New Roman"/>
              </a:rPr>
              <a:t>Calculation</a:t>
            </a:r>
            <a:endParaRPr lang="en-US" u="none" dirty="0"/>
          </a:p>
        </p:txBody>
      </p:sp>
      <p:pic>
        <p:nvPicPr>
          <p:cNvPr id="6" name="Content Placeholder 5">
            <a:extLst>
              <a:ext uri="{FF2B5EF4-FFF2-40B4-BE49-F238E27FC236}">
                <a16:creationId xmlns:a16="http://schemas.microsoft.com/office/drawing/2014/main" id="{6E529D70-0A97-FAB4-C60A-732A1722A129}"/>
              </a:ext>
            </a:extLst>
          </p:cNvPr>
          <p:cNvPicPr>
            <a:picLocks noGrp="1" noChangeAspect="1"/>
          </p:cNvPicPr>
          <p:nvPr>
            <p:ph idx="4294967295"/>
          </p:nvPr>
        </p:nvPicPr>
        <p:blipFill>
          <a:blip r:embed="rId2"/>
          <a:stretch>
            <a:fillRect/>
          </a:stretch>
        </p:blipFill>
        <p:spPr>
          <a:xfrm>
            <a:off x="1976718" y="1679271"/>
            <a:ext cx="8480938" cy="4596030"/>
          </a:xfrm>
        </p:spPr>
      </p:pic>
      <p:sp>
        <p:nvSpPr>
          <p:cNvPr id="7" name="TextBox 6">
            <a:extLst>
              <a:ext uri="{FF2B5EF4-FFF2-40B4-BE49-F238E27FC236}">
                <a16:creationId xmlns:a16="http://schemas.microsoft.com/office/drawing/2014/main" id="{9BF322A2-56BF-D374-F14A-907964D7B04F}"/>
              </a:ext>
            </a:extLst>
          </p:cNvPr>
          <p:cNvSpPr txBox="1"/>
          <p:nvPr/>
        </p:nvSpPr>
        <p:spPr>
          <a:xfrm>
            <a:off x="766483" y="1118850"/>
            <a:ext cx="808576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imes New Roman"/>
                <a:cs typeface="Times New Roman"/>
              </a:rPr>
              <a:t>The diagram of the robot arm with the kinematic parameters.</a:t>
            </a:r>
          </a:p>
        </p:txBody>
      </p:sp>
      <p:sp>
        <p:nvSpPr>
          <p:cNvPr id="8" name="Footer Placeholder 7">
            <a:extLst>
              <a:ext uri="{FF2B5EF4-FFF2-40B4-BE49-F238E27FC236}">
                <a16:creationId xmlns:a16="http://schemas.microsoft.com/office/drawing/2014/main" id="{8F4A8CD9-589A-BB00-42BA-4546140AF5EC}"/>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11</a:t>
            </a:r>
            <a:r>
              <a:rPr lang="en-US" dirty="0"/>
              <a:t>            </a:t>
            </a:r>
          </a:p>
        </p:txBody>
      </p:sp>
    </p:spTree>
    <p:extLst>
      <p:ext uri="{BB962C8B-B14F-4D97-AF65-F5344CB8AC3E}">
        <p14:creationId xmlns:p14="http://schemas.microsoft.com/office/powerpoint/2010/main" val="3211772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9B312-E223-AE32-EE83-4B4FC5574BF0}"/>
              </a:ext>
            </a:extLst>
          </p:cNvPr>
          <p:cNvSpPr>
            <a:spLocks noGrp="1"/>
          </p:cNvSpPr>
          <p:nvPr>
            <p:ph type="title"/>
          </p:nvPr>
        </p:nvSpPr>
        <p:spPr>
          <a:xfrm>
            <a:off x="766482" y="258417"/>
            <a:ext cx="10815918" cy="655638"/>
          </a:xfrm>
        </p:spPr>
        <p:txBody>
          <a:bodyPr>
            <a:normAutofit/>
          </a:bodyPr>
          <a:lstStyle/>
          <a:p>
            <a:r>
              <a:rPr lang="en-US" u="none" dirty="0">
                <a:latin typeface="Times New Roman"/>
                <a:cs typeface="Times New Roman"/>
              </a:rPr>
              <a:t>System Design</a:t>
            </a:r>
          </a:p>
        </p:txBody>
      </p:sp>
      <p:pic>
        <p:nvPicPr>
          <p:cNvPr id="7" name="Content Placeholder 6" descr="A diagram of a circuit board&#10;&#10;Description automatically generated">
            <a:extLst>
              <a:ext uri="{FF2B5EF4-FFF2-40B4-BE49-F238E27FC236}">
                <a16:creationId xmlns:a16="http://schemas.microsoft.com/office/drawing/2014/main" id="{85A0218A-52D2-5DBB-D095-D275758C405F}"/>
              </a:ext>
            </a:extLst>
          </p:cNvPr>
          <p:cNvPicPr>
            <a:picLocks noGrp="1" noChangeAspect="1"/>
          </p:cNvPicPr>
          <p:nvPr>
            <p:ph idx="4294967295"/>
          </p:nvPr>
        </p:nvPicPr>
        <p:blipFill>
          <a:blip r:embed="rId2"/>
          <a:stretch>
            <a:fillRect/>
          </a:stretch>
        </p:blipFill>
        <p:spPr>
          <a:xfrm>
            <a:off x="1480953" y="914055"/>
            <a:ext cx="9386975" cy="5459599"/>
          </a:xfrm>
        </p:spPr>
      </p:pic>
      <p:sp>
        <p:nvSpPr>
          <p:cNvPr id="5" name="Footer Placeholder 4">
            <a:extLst>
              <a:ext uri="{FF2B5EF4-FFF2-40B4-BE49-F238E27FC236}">
                <a16:creationId xmlns:a16="http://schemas.microsoft.com/office/drawing/2014/main" id="{9CB4251C-8D5E-0B41-89DE-FF143A9A8238}"/>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12</a:t>
            </a:r>
            <a:r>
              <a:rPr lang="en-US" dirty="0"/>
              <a:t>        </a:t>
            </a:r>
          </a:p>
        </p:txBody>
      </p:sp>
    </p:spTree>
    <p:extLst>
      <p:ext uri="{BB962C8B-B14F-4D97-AF65-F5344CB8AC3E}">
        <p14:creationId xmlns:p14="http://schemas.microsoft.com/office/powerpoint/2010/main" val="37623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1F77-ABC8-14E2-D0A5-92A223F5FD4E}"/>
              </a:ext>
            </a:extLst>
          </p:cNvPr>
          <p:cNvSpPr>
            <a:spLocks noGrp="1"/>
          </p:cNvSpPr>
          <p:nvPr>
            <p:ph type="title"/>
          </p:nvPr>
        </p:nvSpPr>
        <p:spPr>
          <a:xfrm>
            <a:off x="779928" y="298174"/>
            <a:ext cx="10802471" cy="655638"/>
          </a:xfrm>
        </p:spPr>
        <p:txBody>
          <a:bodyPr>
            <a:normAutofit/>
          </a:bodyPr>
          <a:lstStyle/>
          <a:p>
            <a:r>
              <a:rPr lang="en-US" u="none" dirty="0">
                <a:latin typeface="Times New Roman"/>
                <a:cs typeface="Times New Roman"/>
              </a:rPr>
              <a:t>Challenges</a:t>
            </a:r>
          </a:p>
        </p:txBody>
      </p:sp>
      <p:sp>
        <p:nvSpPr>
          <p:cNvPr id="4" name="TextBox 3">
            <a:extLst>
              <a:ext uri="{FF2B5EF4-FFF2-40B4-BE49-F238E27FC236}">
                <a16:creationId xmlns:a16="http://schemas.microsoft.com/office/drawing/2014/main" id="{D7465F06-A7FC-EF43-5600-CA2A76F58050}"/>
              </a:ext>
            </a:extLst>
          </p:cNvPr>
          <p:cNvSpPr txBox="1"/>
          <p:nvPr/>
        </p:nvSpPr>
        <p:spPr>
          <a:xfrm>
            <a:off x="779928" y="943155"/>
            <a:ext cx="108283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imes New Roman"/>
                <a:cs typeface="Times New Roman"/>
              </a:rPr>
              <a:t>Major challenges emerged at the time of making an actual model.</a:t>
            </a:r>
            <a:endParaRPr lang="en-US" sz="2400" dirty="0"/>
          </a:p>
        </p:txBody>
      </p:sp>
      <p:graphicFrame>
        <p:nvGraphicFramePr>
          <p:cNvPr id="6" name="Table 5">
            <a:extLst>
              <a:ext uri="{FF2B5EF4-FFF2-40B4-BE49-F238E27FC236}">
                <a16:creationId xmlns:a16="http://schemas.microsoft.com/office/drawing/2014/main" id="{0D5CC8DD-2207-47CC-3DCF-EF32B416F5E1}"/>
              </a:ext>
            </a:extLst>
          </p:cNvPr>
          <p:cNvGraphicFramePr>
            <a:graphicFrameLocks noGrp="1"/>
          </p:cNvGraphicFramePr>
          <p:nvPr>
            <p:extLst>
              <p:ext uri="{D42A27DB-BD31-4B8C-83A1-F6EECF244321}">
                <p14:modId xmlns:p14="http://schemas.microsoft.com/office/powerpoint/2010/main" val="2391775478"/>
              </p:ext>
            </p:extLst>
          </p:nvPr>
        </p:nvGraphicFramePr>
        <p:xfrm>
          <a:off x="779929" y="1480868"/>
          <a:ext cx="10802471" cy="4704778"/>
        </p:xfrm>
        <a:graphic>
          <a:graphicData uri="http://schemas.openxmlformats.org/drawingml/2006/table">
            <a:tbl>
              <a:tblPr bandRow="1">
                <a:tableStyleId>{5C22544A-7EE6-4342-B048-85BDC9FD1C3A}</a:tableStyleId>
              </a:tblPr>
              <a:tblGrid>
                <a:gridCol w="523256">
                  <a:extLst>
                    <a:ext uri="{9D8B030D-6E8A-4147-A177-3AD203B41FA5}">
                      <a16:colId xmlns:a16="http://schemas.microsoft.com/office/drawing/2014/main" val="264132583"/>
                    </a:ext>
                  </a:extLst>
                </a:gridCol>
                <a:gridCol w="4823981">
                  <a:extLst>
                    <a:ext uri="{9D8B030D-6E8A-4147-A177-3AD203B41FA5}">
                      <a16:colId xmlns:a16="http://schemas.microsoft.com/office/drawing/2014/main" val="4029835319"/>
                    </a:ext>
                  </a:extLst>
                </a:gridCol>
                <a:gridCol w="5455234">
                  <a:extLst>
                    <a:ext uri="{9D8B030D-6E8A-4147-A177-3AD203B41FA5}">
                      <a16:colId xmlns:a16="http://schemas.microsoft.com/office/drawing/2014/main" val="463293766"/>
                    </a:ext>
                  </a:extLst>
                </a:gridCol>
              </a:tblGrid>
              <a:tr h="445247">
                <a:tc>
                  <a:txBody>
                    <a:bodyPr/>
                    <a:lstStyle/>
                    <a:p>
                      <a:pPr algn="ctr" rtl="0" fontAlgn="t">
                        <a:spcBef>
                          <a:spcPts val="0"/>
                        </a:spcBef>
                        <a:spcAft>
                          <a:spcPts val="0"/>
                        </a:spcAft>
                      </a:pPr>
                      <a:r>
                        <a:rPr lang="en-US" dirty="0"/>
                        <a:t>No.</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dirty="0"/>
                        <a:t>Challenges</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dirty="0"/>
                        <a:t>Solutions</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8731831"/>
                  </a:ext>
                </a:extLst>
              </a:tr>
              <a:tr h="1113119">
                <a:tc>
                  <a:txBody>
                    <a:bodyPr/>
                    <a:lstStyle/>
                    <a:p>
                      <a:pPr algn="ctr" rtl="0" fontAlgn="t">
                        <a:spcBef>
                          <a:spcPts val="0"/>
                        </a:spcBef>
                        <a:spcAft>
                          <a:spcPts val="0"/>
                        </a:spcAft>
                      </a:pPr>
                      <a:r>
                        <a:rPr lang="en-US" dirty="0"/>
                        <a:t>1</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Lack of research available on the selected topic.</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Designed the model using available research and had to consider assumptions regarding the topic.</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0307684"/>
                  </a:ext>
                </a:extLst>
              </a:tr>
              <a:tr h="786603">
                <a:tc>
                  <a:txBody>
                    <a:bodyPr/>
                    <a:lstStyle/>
                    <a:p>
                      <a:pPr algn="ctr" rtl="0" fontAlgn="t">
                        <a:spcBef>
                          <a:spcPts val="0"/>
                        </a:spcBef>
                        <a:spcAft>
                          <a:spcPts val="0"/>
                        </a:spcAft>
                      </a:pPr>
                      <a:r>
                        <a:rPr lang="en-US" dirty="0"/>
                        <a:t>2</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Unavailability of the required parts.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Build the robot from what was available in the market.</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5976119"/>
                  </a:ext>
                </a:extLst>
              </a:tr>
              <a:tr h="786603">
                <a:tc>
                  <a:txBody>
                    <a:bodyPr/>
                    <a:lstStyle/>
                    <a:p>
                      <a:pPr algn="ctr" rtl="0" fontAlgn="t">
                        <a:spcBef>
                          <a:spcPts val="0"/>
                        </a:spcBef>
                        <a:spcAft>
                          <a:spcPts val="0"/>
                        </a:spcAft>
                      </a:pPr>
                      <a:r>
                        <a:rPr lang="en-US" dirty="0"/>
                        <a:t>3</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Time consumption and delay in the assembly process.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Changed plans accordingly to adjust to complete the project on time.</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3951622"/>
                  </a:ext>
                </a:extLst>
              </a:tr>
              <a:tr h="786603">
                <a:tc>
                  <a:txBody>
                    <a:bodyPr/>
                    <a:lstStyle/>
                    <a:p>
                      <a:pPr algn="ctr" rtl="0" fontAlgn="t">
                        <a:spcBef>
                          <a:spcPts val="0"/>
                        </a:spcBef>
                        <a:spcAft>
                          <a:spcPts val="0"/>
                        </a:spcAft>
                      </a:pPr>
                      <a:r>
                        <a:rPr lang="en-US" dirty="0"/>
                        <a:t>4</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Motor unable to take load at one point.</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Had to limit the functionality of the robot by fixing it in a particular position.</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7351193"/>
                  </a:ext>
                </a:extLst>
              </a:tr>
              <a:tr h="786603">
                <a:tc>
                  <a:txBody>
                    <a:bodyPr/>
                    <a:lstStyle/>
                    <a:p>
                      <a:pPr algn="ctr" rtl="0" fontAlgn="t">
                        <a:spcBef>
                          <a:spcPts val="0"/>
                        </a:spcBef>
                        <a:spcAft>
                          <a:spcPts val="0"/>
                        </a:spcAft>
                      </a:pPr>
                      <a:r>
                        <a:rPr lang="en-US" dirty="0"/>
                        <a:t>5</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Bluetooth connectivity issues and limitations of the application used.</a:t>
                      </a:r>
                      <a:endParaRPr lang="en-US"/>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spcBef>
                          <a:spcPts val="0"/>
                        </a:spcBef>
                        <a:spcAft>
                          <a:spcPts val="0"/>
                        </a:spcAft>
                      </a:pPr>
                      <a:r>
                        <a:rPr lang="en-US" dirty="0"/>
                        <a:t>Had to make changes in the code as per the situation incurred.</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4649999"/>
                  </a:ext>
                </a:extLst>
              </a:tr>
            </a:tbl>
          </a:graphicData>
        </a:graphic>
      </p:graphicFrame>
      <p:sp>
        <p:nvSpPr>
          <p:cNvPr id="7" name="Footer Placeholder 6">
            <a:extLst>
              <a:ext uri="{FF2B5EF4-FFF2-40B4-BE49-F238E27FC236}">
                <a16:creationId xmlns:a16="http://schemas.microsoft.com/office/drawing/2014/main" id="{E9E3CE56-612F-D3AD-D337-18747BAADBD2}"/>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13</a:t>
            </a:r>
            <a:r>
              <a:rPr lang="en-US" dirty="0"/>
              <a:t>       </a:t>
            </a:r>
          </a:p>
        </p:txBody>
      </p:sp>
    </p:spTree>
    <p:extLst>
      <p:ext uri="{BB962C8B-B14F-4D97-AF65-F5344CB8AC3E}">
        <p14:creationId xmlns:p14="http://schemas.microsoft.com/office/powerpoint/2010/main" val="1083274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4218-4E89-96DF-DD69-E1BF8E104F30}"/>
              </a:ext>
            </a:extLst>
          </p:cNvPr>
          <p:cNvSpPr>
            <a:spLocks noGrp="1"/>
          </p:cNvSpPr>
          <p:nvPr>
            <p:ph type="title"/>
          </p:nvPr>
        </p:nvSpPr>
        <p:spPr>
          <a:xfrm>
            <a:off x="769144" y="404017"/>
            <a:ext cx="10813255" cy="655638"/>
          </a:xfrm>
        </p:spPr>
        <p:txBody>
          <a:bodyPr>
            <a:normAutofit/>
          </a:bodyPr>
          <a:lstStyle/>
          <a:p>
            <a:r>
              <a:rPr lang="en-US" u="none" dirty="0">
                <a:latin typeface="Times New Roman"/>
                <a:cs typeface="Times New Roman"/>
              </a:rPr>
              <a:t>Results</a:t>
            </a:r>
          </a:p>
        </p:txBody>
      </p:sp>
      <p:graphicFrame>
        <p:nvGraphicFramePr>
          <p:cNvPr id="9" name="Content Placeholder 8">
            <a:extLst>
              <a:ext uri="{FF2B5EF4-FFF2-40B4-BE49-F238E27FC236}">
                <a16:creationId xmlns:a16="http://schemas.microsoft.com/office/drawing/2014/main" id="{84E2DFF6-8C26-3C02-1798-269A285A3891}"/>
              </a:ext>
            </a:extLst>
          </p:cNvPr>
          <p:cNvGraphicFramePr>
            <a:graphicFrameLocks noGrp="1"/>
          </p:cNvGraphicFramePr>
          <p:nvPr>
            <p:ph idx="4294967295"/>
            <p:extLst>
              <p:ext uri="{D42A27DB-BD31-4B8C-83A1-F6EECF244321}">
                <p14:modId xmlns:p14="http://schemas.microsoft.com/office/powerpoint/2010/main" val="1998041614"/>
              </p:ext>
            </p:extLst>
          </p:nvPr>
        </p:nvGraphicFramePr>
        <p:xfrm>
          <a:off x="928689" y="1059655"/>
          <a:ext cx="10653710" cy="4885055"/>
        </p:xfrm>
        <a:graphic>
          <a:graphicData uri="http://schemas.openxmlformats.org/drawingml/2006/table">
            <a:tbl>
              <a:tblPr firstRow="1" firstCol="1" bandRow="1">
                <a:tableStyleId>{5C22544A-7EE6-4342-B048-85BDC9FD1C3A}</a:tableStyleId>
              </a:tblPr>
              <a:tblGrid>
                <a:gridCol w="938515">
                  <a:extLst>
                    <a:ext uri="{9D8B030D-6E8A-4147-A177-3AD203B41FA5}">
                      <a16:colId xmlns:a16="http://schemas.microsoft.com/office/drawing/2014/main" val="2974448951"/>
                    </a:ext>
                  </a:extLst>
                </a:gridCol>
                <a:gridCol w="2777578">
                  <a:extLst>
                    <a:ext uri="{9D8B030D-6E8A-4147-A177-3AD203B41FA5}">
                      <a16:colId xmlns:a16="http://schemas.microsoft.com/office/drawing/2014/main" val="1018204275"/>
                    </a:ext>
                  </a:extLst>
                </a:gridCol>
                <a:gridCol w="1402906">
                  <a:extLst>
                    <a:ext uri="{9D8B030D-6E8A-4147-A177-3AD203B41FA5}">
                      <a16:colId xmlns:a16="http://schemas.microsoft.com/office/drawing/2014/main" val="2781489930"/>
                    </a:ext>
                  </a:extLst>
                </a:gridCol>
                <a:gridCol w="1521680">
                  <a:extLst>
                    <a:ext uri="{9D8B030D-6E8A-4147-A177-3AD203B41FA5}">
                      <a16:colId xmlns:a16="http://schemas.microsoft.com/office/drawing/2014/main" val="843145635"/>
                    </a:ext>
                  </a:extLst>
                </a:gridCol>
                <a:gridCol w="4013031">
                  <a:extLst>
                    <a:ext uri="{9D8B030D-6E8A-4147-A177-3AD203B41FA5}">
                      <a16:colId xmlns:a16="http://schemas.microsoft.com/office/drawing/2014/main" val="2966765500"/>
                    </a:ext>
                  </a:extLst>
                </a:gridCol>
              </a:tblGrid>
              <a:tr h="357505">
                <a:tc>
                  <a:txBody>
                    <a:bodyPr/>
                    <a:lstStyle/>
                    <a:p>
                      <a:pPr algn="ctr">
                        <a:lnSpc>
                          <a:spcPct val="150000"/>
                        </a:lnSpc>
                      </a:pPr>
                      <a:r>
                        <a:rPr lang="en-US" b="0" dirty="0">
                          <a:solidFill>
                            <a:schemeClr val="tx1"/>
                          </a:solidFill>
                        </a:rPr>
                        <a:t>No.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b="0" dirty="0">
                          <a:solidFill>
                            <a:schemeClr val="tx1"/>
                          </a:solidFill>
                        </a:rPr>
                        <a:t>Apparatus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b="0" dirty="0">
                          <a:solidFill>
                            <a:schemeClr val="tx1"/>
                          </a:solidFill>
                        </a:rPr>
                        <a:t>Status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b="0" dirty="0">
                          <a:solidFill>
                            <a:schemeClr val="tx1"/>
                          </a:solidFill>
                        </a:rPr>
                        <a:t>Handling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b="0" dirty="0">
                          <a:solidFill>
                            <a:schemeClr val="tx1"/>
                          </a:solidFill>
                        </a:rPr>
                        <a:t>Remark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1138813"/>
                  </a:ext>
                </a:extLst>
              </a:tr>
              <a:tr h="370840">
                <a:tc>
                  <a:txBody>
                    <a:bodyPr/>
                    <a:lstStyle/>
                    <a:p>
                      <a:pPr algn="ctr">
                        <a:lnSpc>
                          <a:spcPct val="150000"/>
                        </a:lnSpc>
                      </a:pPr>
                      <a:r>
                        <a:rPr lang="en-US" b="0" dirty="0">
                          <a:solidFill>
                            <a:schemeClr val="tx1"/>
                          </a:solidFill>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Small size test tube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Empty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8493604"/>
                  </a:ext>
                </a:extLst>
              </a:tr>
              <a:tr h="357505">
                <a:tc>
                  <a:txBody>
                    <a:bodyPr/>
                    <a:lstStyle/>
                    <a:p>
                      <a:pPr algn="ctr">
                        <a:lnSpc>
                          <a:spcPct val="150000"/>
                        </a:lnSpc>
                      </a:pPr>
                      <a:r>
                        <a:rPr lang="en-US" b="0" dirty="0">
                          <a:solidFill>
                            <a:schemeClr val="tx1"/>
                          </a:solidFill>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Medium size test tube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Empty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4167462"/>
                  </a:ext>
                </a:extLst>
              </a:tr>
              <a:tr h="357505">
                <a:tc>
                  <a:txBody>
                    <a:bodyPr/>
                    <a:lstStyle/>
                    <a:p>
                      <a:pPr algn="ctr">
                        <a:lnSpc>
                          <a:spcPct val="150000"/>
                        </a:lnSpc>
                      </a:pPr>
                      <a:r>
                        <a:rPr lang="en-US" b="0" dirty="0">
                          <a:solidFill>
                            <a:schemeClr val="tx1"/>
                          </a:solidFill>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Large size test tube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Empty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2073114"/>
                  </a:ext>
                </a:extLst>
              </a:tr>
              <a:tr h="357505">
                <a:tc>
                  <a:txBody>
                    <a:bodyPr/>
                    <a:lstStyle/>
                    <a:p>
                      <a:pPr algn="ctr">
                        <a:lnSpc>
                          <a:spcPct val="150000"/>
                        </a:lnSpc>
                      </a:pPr>
                      <a:r>
                        <a:rPr lang="en-US" b="0" dirty="0">
                          <a:solidFill>
                            <a:schemeClr val="tx1"/>
                          </a:solidFill>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Beaker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Empty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5591287"/>
                  </a:ext>
                </a:extLst>
              </a:tr>
              <a:tr h="729615">
                <a:tc>
                  <a:txBody>
                    <a:bodyPr/>
                    <a:lstStyle/>
                    <a:p>
                      <a:pPr algn="ctr">
                        <a:lnSpc>
                          <a:spcPct val="150000"/>
                        </a:lnSpc>
                      </a:pPr>
                      <a:r>
                        <a:rPr lang="en-US" b="0" dirty="0">
                          <a:solidFill>
                            <a:schemeClr val="tx1"/>
                          </a:solidFill>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Conical flask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Empty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Slight adjustment required due to shape of the object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339240"/>
                  </a:ext>
                </a:extLst>
              </a:tr>
              <a:tr h="357505">
                <a:tc>
                  <a:txBody>
                    <a:bodyPr/>
                    <a:lstStyle/>
                    <a:p>
                      <a:pPr algn="ctr">
                        <a:lnSpc>
                          <a:spcPct val="150000"/>
                        </a:lnSpc>
                      </a:pPr>
                      <a:r>
                        <a:rPr lang="en-US" b="0" dirty="0">
                          <a:solidFill>
                            <a:schemeClr val="tx1"/>
                          </a:solidFill>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Small size test tube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Filled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6015197"/>
                  </a:ext>
                </a:extLst>
              </a:tr>
              <a:tr h="370840">
                <a:tc>
                  <a:txBody>
                    <a:bodyPr/>
                    <a:lstStyle/>
                    <a:p>
                      <a:pPr algn="ctr">
                        <a:lnSpc>
                          <a:spcPct val="150000"/>
                        </a:lnSpc>
                      </a:pPr>
                      <a:r>
                        <a:rPr lang="en-US" b="0" dirty="0">
                          <a:solidFill>
                            <a:schemeClr val="tx1"/>
                          </a:solidFill>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Medium size test tube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Filled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7936496"/>
                  </a:ext>
                </a:extLst>
              </a:tr>
              <a:tr h="357505">
                <a:tc>
                  <a:txBody>
                    <a:bodyPr/>
                    <a:lstStyle/>
                    <a:p>
                      <a:pPr algn="ctr">
                        <a:lnSpc>
                          <a:spcPct val="150000"/>
                        </a:lnSpc>
                      </a:pPr>
                      <a:r>
                        <a:rPr lang="en-US" b="0" dirty="0">
                          <a:solidFill>
                            <a:schemeClr val="tx1"/>
                          </a:solidFill>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Large size test tube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Filled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4115035"/>
                  </a:ext>
                </a:extLst>
              </a:tr>
              <a:tr h="357505">
                <a:tc>
                  <a:txBody>
                    <a:bodyPr/>
                    <a:lstStyle/>
                    <a:p>
                      <a:pPr algn="ctr">
                        <a:lnSpc>
                          <a:spcPct val="150000"/>
                        </a:lnSpc>
                      </a:pPr>
                      <a:r>
                        <a:rPr lang="en-US" b="0" dirty="0">
                          <a:solidFill>
                            <a:schemeClr val="tx1"/>
                          </a:solidFill>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Beaker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Filled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Able to lift easily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8107229"/>
                  </a:ext>
                </a:extLst>
              </a:tr>
              <a:tr h="729615">
                <a:tc>
                  <a:txBody>
                    <a:bodyPr/>
                    <a:lstStyle/>
                    <a:p>
                      <a:pPr algn="ctr">
                        <a:lnSpc>
                          <a:spcPct val="150000"/>
                        </a:lnSpc>
                      </a:pPr>
                      <a:r>
                        <a:rPr lang="en-US" b="0" dirty="0">
                          <a:solidFill>
                            <a:schemeClr val="tx1"/>
                          </a:solidFill>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pPr>
                      <a:r>
                        <a:rPr lang="en-US" dirty="0"/>
                        <a:t>Conical flask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Filled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Yes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pPr>
                      <a:r>
                        <a:rPr lang="en-US" dirty="0"/>
                        <a:t>Slight adjustment required due to shape of the object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061152"/>
                  </a:ext>
                </a:extLst>
              </a:tr>
            </a:tbl>
          </a:graphicData>
        </a:graphic>
      </p:graphicFrame>
      <p:sp>
        <p:nvSpPr>
          <p:cNvPr id="4" name="Footer Placeholder 3">
            <a:extLst>
              <a:ext uri="{FF2B5EF4-FFF2-40B4-BE49-F238E27FC236}">
                <a16:creationId xmlns:a16="http://schemas.microsoft.com/office/drawing/2014/main" id="{5A44F7C8-F1D5-CEE9-EBB4-0685DDCE637C}"/>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14          </a:t>
            </a:r>
          </a:p>
        </p:txBody>
      </p:sp>
    </p:spTree>
    <p:extLst>
      <p:ext uri="{BB962C8B-B14F-4D97-AF65-F5344CB8AC3E}">
        <p14:creationId xmlns:p14="http://schemas.microsoft.com/office/powerpoint/2010/main" val="3060112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733E-4E8F-AE91-B989-8F5679D58F7C}"/>
              </a:ext>
            </a:extLst>
          </p:cNvPr>
          <p:cNvSpPr>
            <a:spLocks noGrp="1"/>
          </p:cNvSpPr>
          <p:nvPr>
            <p:ph type="title"/>
          </p:nvPr>
        </p:nvSpPr>
        <p:spPr>
          <a:xfrm>
            <a:off x="779929" y="363993"/>
            <a:ext cx="6516785" cy="574040"/>
          </a:xfrm>
        </p:spPr>
        <p:txBody>
          <a:bodyPr/>
          <a:lstStyle/>
          <a:p>
            <a:r>
              <a:rPr lang="en-US" u="none" dirty="0">
                <a:latin typeface="Times New Roman"/>
                <a:cs typeface="Times New Roman"/>
              </a:rPr>
              <a:t>Conclusion</a:t>
            </a:r>
          </a:p>
        </p:txBody>
      </p:sp>
      <p:sp>
        <p:nvSpPr>
          <p:cNvPr id="3" name="Content Placeholder 2">
            <a:extLst>
              <a:ext uri="{FF2B5EF4-FFF2-40B4-BE49-F238E27FC236}">
                <a16:creationId xmlns:a16="http://schemas.microsoft.com/office/drawing/2014/main" id="{9BAB61D1-5F05-92D8-AFBA-CA073C6EF28D}"/>
              </a:ext>
            </a:extLst>
          </p:cNvPr>
          <p:cNvSpPr>
            <a:spLocks noGrp="1"/>
          </p:cNvSpPr>
          <p:nvPr>
            <p:ph type="body" idx="1"/>
          </p:nvPr>
        </p:nvSpPr>
        <p:spPr>
          <a:xfrm>
            <a:off x="779929" y="1346695"/>
            <a:ext cx="11066930" cy="4622582"/>
          </a:xfrm>
        </p:spPr>
        <p:txBody>
          <a:bodyPr vert="horz" lIns="91440" tIns="45720" rIns="91440" bIns="45720" rtlCol="0" anchor="t">
            <a:normAutofit/>
          </a:bodyPr>
          <a:lstStyle/>
          <a:p>
            <a:pPr marL="0" indent="0" algn="just">
              <a:buNone/>
            </a:pPr>
            <a:r>
              <a:rPr lang="en-US" sz="2400" dirty="0">
                <a:latin typeface="Times New Roman"/>
                <a:ea typeface="+mn-lt"/>
                <a:cs typeface="+mn-lt"/>
              </a:rPr>
              <a:t>By creating a material handling robot, equipped with an arm and handling equipment mounted on a mobile cart, we've taken a significant step towards realizing the vision of automation in medical environments. Making use of technologies like Arduino has shown us that there can be an easier and cheaper way to address such problems. This robot embodies the versatility and adaptability discussed earlier, offering a practical solution for streamlining material handling tasks within laboratories or similar facilities. As we continue to explore the diverse applications of material handling robots, including our own creation, we pave the way for a first step to introduce automation in material handling for such scenarios.</a:t>
            </a:r>
            <a:endParaRPr lang="en-US" sz="2400" dirty="0">
              <a:latin typeface="Times New Roman"/>
              <a:cs typeface="Times New Roman"/>
            </a:endParaRPr>
          </a:p>
        </p:txBody>
      </p:sp>
      <p:sp>
        <p:nvSpPr>
          <p:cNvPr id="4" name="Date Placeholder 3">
            <a:extLst>
              <a:ext uri="{FF2B5EF4-FFF2-40B4-BE49-F238E27FC236}">
                <a16:creationId xmlns:a16="http://schemas.microsoft.com/office/drawing/2014/main" id="{43008DE1-0879-42B7-93EB-E7191284A161}"/>
              </a:ext>
            </a:extLst>
          </p:cNvPr>
          <p:cNvSpPr>
            <a:spLocks noGrp="1"/>
          </p:cNvSpPr>
          <p:nvPr>
            <p:ph type="dt" sz="half" idx="6"/>
          </p:nvPr>
        </p:nvSpPr>
        <p:spPr/>
        <p:txBody>
          <a:bodyPr/>
          <a:lstStyle/>
          <a:p>
            <a:fld id="{CDD50B81-FCB5-4EF0-8190-D79A4C5D8206}" type="datetime1">
              <a:rPr lang="en-US" smtClean="0"/>
              <a:t>4/29/2024</a:t>
            </a:fld>
            <a:endParaRPr lang="en-US" dirty="0"/>
          </a:p>
        </p:txBody>
      </p:sp>
      <p:sp>
        <p:nvSpPr>
          <p:cNvPr id="7" name="Footer Placeholder 6">
            <a:extLst>
              <a:ext uri="{FF2B5EF4-FFF2-40B4-BE49-F238E27FC236}">
                <a16:creationId xmlns:a16="http://schemas.microsoft.com/office/drawing/2014/main" id="{53F96B2F-A051-054D-A7AF-FD344F8548BD}"/>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15</a:t>
            </a:r>
            <a:r>
              <a:rPr lang="en-US" dirty="0"/>
              <a:t>   </a:t>
            </a:r>
          </a:p>
        </p:txBody>
      </p:sp>
    </p:spTree>
    <p:extLst>
      <p:ext uri="{BB962C8B-B14F-4D97-AF65-F5344CB8AC3E}">
        <p14:creationId xmlns:p14="http://schemas.microsoft.com/office/powerpoint/2010/main" val="3542992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6FA69-A7C2-334E-2405-E15177435F6D}"/>
              </a:ext>
            </a:extLst>
          </p:cNvPr>
          <p:cNvSpPr>
            <a:spLocks noGrp="1"/>
          </p:cNvSpPr>
          <p:nvPr>
            <p:ph type="title"/>
          </p:nvPr>
        </p:nvSpPr>
        <p:spPr>
          <a:xfrm>
            <a:off x="766483" y="363993"/>
            <a:ext cx="6530232" cy="574040"/>
          </a:xfrm>
        </p:spPr>
        <p:txBody>
          <a:bodyPr/>
          <a:lstStyle/>
          <a:p>
            <a:r>
              <a:rPr lang="en-US" u="none" dirty="0">
                <a:latin typeface="Times New Roman"/>
                <a:cs typeface="Times New Roman"/>
              </a:rPr>
              <a:t>Further Work</a:t>
            </a:r>
            <a:endParaRPr lang="en-US" u="none" dirty="0"/>
          </a:p>
        </p:txBody>
      </p:sp>
      <p:sp>
        <p:nvSpPr>
          <p:cNvPr id="3" name="Content Placeholder 2">
            <a:extLst>
              <a:ext uri="{FF2B5EF4-FFF2-40B4-BE49-F238E27FC236}">
                <a16:creationId xmlns:a16="http://schemas.microsoft.com/office/drawing/2014/main" id="{94117561-AD38-5FF1-8F68-C77B59FC744B}"/>
              </a:ext>
            </a:extLst>
          </p:cNvPr>
          <p:cNvSpPr>
            <a:spLocks noGrp="1"/>
          </p:cNvSpPr>
          <p:nvPr>
            <p:ph type="body" idx="1"/>
          </p:nvPr>
        </p:nvSpPr>
        <p:spPr>
          <a:xfrm>
            <a:off x="864634" y="1234166"/>
            <a:ext cx="10968777" cy="4669092"/>
          </a:xfrm>
        </p:spPr>
        <p:txBody>
          <a:bodyPr vert="horz" lIns="91440" tIns="45720" rIns="91440" bIns="45720" rtlCol="0" anchor="t">
            <a:normAutofit lnSpcReduction="10000"/>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robot has scope for improvement for various applications across different industries. Here simple technology like Arduino was used to operate the robot so, suitable modifications can be made in this matter.</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robot can find its use in the field of healthcare for handling specimens and help in transporting any hazardous material. It can be used to handle even surgical instruments.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 are further many applications like automobile assembly, agriculture, packaging, e-commerce, construction, and electronics. In the end, there is much scope for usage of robots in such fields for material handling. </a:t>
            </a:r>
          </a:p>
        </p:txBody>
      </p:sp>
      <p:sp>
        <p:nvSpPr>
          <p:cNvPr id="7" name="Footer Placeholder 6">
            <a:extLst>
              <a:ext uri="{FF2B5EF4-FFF2-40B4-BE49-F238E27FC236}">
                <a16:creationId xmlns:a16="http://schemas.microsoft.com/office/drawing/2014/main" id="{61799882-23C0-FF57-2C65-1E42A8F7031C}"/>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16</a:t>
            </a:r>
            <a:r>
              <a:rPr lang="en-US" dirty="0"/>
              <a:t>      </a:t>
            </a:r>
          </a:p>
        </p:txBody>
      </p:sp>
    </p:spTree>
    <p:extLst>
      <p:ext uri="{BB962C8B-B14F-4D97-AF65-F5344CB8AC3E}">
        <p14:creationId xmlns:p14="http://schemas.microsoft.com/office/powerpoint/2010/main" val="1724503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E6866-43C8-44FB-4021-C8AE2B98BE01}"/>
              </a:ext>
            </a:extLst>
          </p:cNvPr>
          <p:cNvSpPr>
            <a:spLocks noGrp="1"/>
          </p:cNvSpPr>
          <p:nvPr>
            <p:ph type="title"/>
          </p:nvPr>
        </p:nvSpPr>
        <p:spPr>
          <a:xfrm>
            <a:off x="779928" y="275470"/>
            <a:ext cx="10486297" cy="563045"/>
          </a:xfrm>
        </p:spPr>
        <p:txBody>
          <a:bodyPr>
            <a:normAutofit/>
          </a:bodyPr>
          <a:lstStyle/>
          <a:p>
            <a:r>
              <a:rPr lang="en-US" u="none" dirty="0">
                <a:latin typeface="Times New Roman"/>
                <a:cs typeface="Times New Roman"/>
              </a:rPr>
              <a:t>References</a:t>
            </a:r>
          </a:p>
        </p:txBody>
      </p:sp>
      <p:sp>
        <p:nvSpPr>
          <p:cNvPr id="3" name="Content Placeholder 2">
            <a:extLst>
              <a:ext uri="{FF2B5EF4-FFF2-40B4-BE49-F238E27FC236}">
                <a16:creationId xmlns:a16="http://schemas.microsoft.com/office/drawing/2014/main" id="{CC59D0AF-80AB-84DD-1A30-6CFF7E0A0836}"/>
              </a:ext>
            </a:extLst>
          </p:cNvPr>
          <p:cNvSpPr>
            <a:spLocks noGrp="1"/>
          </p:cNvSpPr>
          <p:nvPr>
            <p:ph type="body" idx="1"/>
          </p:nvPr>
        </p:nvSpPr>
        <p:spPr>
          <a:xfrm>
            <a:off x="779929" y="838515"/>
            <a:ext cx="11107271" cy="5539425"/>
          </a:xfrm>
        </p:spPr>
        <p:txBody>
          <a:bodyPr vert="horz" lIns="91440" tIns="45720" rIns="91440" bIns="45720" rtlCol="0" anchor="t">
            <a:noAutofit/>
          </a:bodyPr>
          <a:lstStyle/>
          <a:p>
            <a:pPr marL="342900" indent="-342900" algn="just">
              <a:buFont typeface="+mj-lt"/>
              <a:buAutoNum type="arabicPeriod"/>
            </a:pPr>
            <a:r>
              <a:rPr lang="en-US" sz="1600" dirty="0">
                <a:latin typeface="Times New Roman"/>
                <a:cs typeface="Times New Roman"/>
              </a:rPr>
              <a:t>Bhosekar, </a:t>
            </a:r>
            <a:r>
              <a:rPr lang="en-US" sz="1600" dirty="0" err="1">
                <a:latin typeface="Times New Roman"/>
                <a:cs typeface="Times New Roman"/>
              </a:rPr>
              <a:t>Isık</a:t>
            </a:r>
            <a:r>
              <a:rPr lang="en-US" sz="1600" dirty="0">
                <a:latin typeface="Times New Roman"/>
                <a:cs typeface="Times New Roman"/>
              </a:rPr>
              <a:t>, </a:t>
            </a:r>
            <a:r>
              <a:rPr lang="en-US" sz="1600" dirty="0" err="1">
                <a:latin typeface="Times New Roman"/>
                <a:cs typeface="Times New Roman"/>
              </a:rPr>
              <a:t>Eksioglu</a:t>
            </a:r>
            <a:r>
              <a:rPr lang="en-US" sz="1600" dirty="0">
                <a:latin typeface="Times New Roman"/>
                <a:cs typeface="Times New Roman"/>
              </a:rPr>
              <a:t>, Gilstrap, Allen, “Simulation-Optimization of Automated Material Handling Systems in a Healthcare Facility,” Cornell University, June 2020, DOI: </a:t>
            </a:r>
            <a:r>
              <a:rPr lang="en-US" sz="1600" dirty="0">
                <a:solidFill>
                  <a:srgbClr val="1155CC"/>
                </a:solidFill>
                <a:latin typeface="Times New Roman"/>
                <a:cs typeface="Times New Roman"/>
                <a:hlinkClick r:id="rId2"/>
              </a:rPr>
              <a:t>10.48550/arXiv.2006.10031</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Lu, Zhao, Huang, “Design and Implementation of Intelligent Material Handling Robot Based on STM32”, ICIIP '21: Proceedings of the 6th International Conference on Intelligent Information Processing, July 2021, Pages 242–247,</a:t>
            </a:r>
            <a:r>
              <a:rPr lang="en-US" sz="1600" dirty="0">
                <a:latin typeface="Times New Roman"/>
                <a:cs typeface="Times New Roman"/>
                <a:hlinkClick r:id="rId3"/>
              </a:rPr>
              <a:t> DOI: </a:t>
            </a:r>
            <a:r>
              <a:rPr lang="en-US" sz="1600" dirty="0">
                <a:solidFill>
                  <a:srgbClr val="1155CC"/>
                </a:solidFill>
                <a:latin typeface="Times New Roman"/>
                <a:cs typeface="Times New Roman"/>
                <a:hlinkClick r:id="rId3"/>
              </a:rPr>
              <a:t>10.1145/3480571.3480614</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Kolluru, Valavanis, Hebert, “Modeling, analysis, and performance evaluation of a robotic gripper system for limp material handling”, IEEE Transactions on Systems, Man, and Cybernetics, Part B (Cybernetics) Volume: 28, Issue: 3, June 1998,</a:t>
            </a:r>
            <a:r>
              <a:rPr lang="en-US" sz="1600" dirty="0">
                <a:latin typeface="Times New Roman"/>
                <a:cs typeface="Times New Roman"/>
                <a:hlinkClick r:id="rId4"/>
              </a:rPr>
              <a:t> </a:t>
            </a:r>
            <a:r>
              <a:rPr lang="en-US" sz="1600" dirty="0">
                <a:latin typeface="Times New Roman"/>
                <a:cs typeface="Times New Roman"/>
              </a:rPr>
              <a:t>DOI:</a:t>
            </a:r>
            <a:r>
              <a:rPr lang="en-US" sz="1600" dirty="0">
                <a:solidFill>
                  <a:srgbClr val="333333"/>
                </a:solidFill>
                <a:latin typeface="Times New Roman"/>
                <a:cs typeface="Times New Roman"/>
              </a:rPr>
              <a:t> </a:t>
            </a:r>
            <a:r>
              <a:rPr lang="en-US" sz="1600" dirty="0">
                <a:solidFill>
                  <a:srgbClr val="1154CC"/>
                </a:solidFill>
                <a:latin typeface="Times New Roman"/>
                <a:cs typeface="Times New Roman"/>
                <a:hlinkClick r:id="rId5"/>
              </a:rPr>
              <a:t>10.1109/3477.678660</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Bradt, Alfred, “Materials-handling systems: Automating of materials handling can integrate otherwise isolated islands of automated machine tools”, IEEE Spectrum, Volume: 20, Issue: 5, May 1983,</a:t>
            </a:r>
            <a:r>
              <a:rPr lang="en-US" sz="1600" dirty="0">
                <a:latin typeface="Times New Roman"/>
                <a:cs typeface="Times New Roman"/>
                <a:hlinkClick r:id="rId6"/>
              </a:rPr>
              <a:t> </a:t>
            </a:r>
            <a:r>
              <a:rPr lang="en-US" sz="1600" dirty="0">
                <a:latin typeface="Times New Roman"/>
                <a:cs typeface="Times New Roman"/>
              </a:rPr>
              <a:t>DOI:</a:t>
            </a:r>
            <a:r>
              <a:rPr lang="en-US" sz="1600" dirty="0">
                <a:solidFill>
                  <a:srgbClr val="333333"/>
                </a:solidFill>
                <a:latin typeface="Times New Roman"/>
                <a:cs typeface="Times New Roman"/>
              </a:rPr>
              <a:t> </a:t>
            </a:r>
            <a:r>
              <a:rPr lang="en-US" sz="1600" dirty="0">
                <a:solidFill>
                  <a:srgbClr val="1154CC"/>
                </a:solidFill>
                <a:latin typeface="Times New Roman"/>
                <a:cs typeface="Times New Roman"/>
                <a:hlinkClick r:id="rId6"/>
              </a:rPr>
              <a:t>10.1109/MSPEC.1983.6369910</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Nylander, Wallberg, Hansson, “Challenges for SMEs entering the IoT world: success is about so much more than technology”, IoT '17: Proceedings of the Seventh International Conference on the Internet of Things, Article No.: 16, Pages 1–7, October 2017,</a:t>
            </a:r>
            <a:r>
              <a:rPr lang="en-US" sz="1600" dirty="0">
                <a:latin typeface="Times New Roman"/>
                <a:cs typeface="Times New Roman"/>
                <a:hlinkClick r:id="rId7"/>
              </a:rPr>
              <a:t> </a:t>
            </a:r>
            <a:r>
              <a:rPr lang="en-US" sz="1600" dirty="0">
                <a:latin typeface="Times New Roman"/>
                <a:cs typeface="Times New Roman"/>
              </a:rPr>
              <a:t>DOI: </a:t>
            </a:r>
            <a:r>
              <a:rPr lang="en-US" sz="1600" dirty="0">
                <a:solidFill>
                  <a:srgbClr val="1154CC"/>
                </a:solidFill>
                <a:latin typeface="Times New Roman"/>
                <a:cs typeface="Times New Roman"/>
                <a:hlinkClick r:id="rId8"/>
              </a:rPr>
              <a:t>10.1145/3131542.3131547</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Kim, “Robots in Healthcare”, Interactions, Volume 30, Issue 1, Pages 48–51, January 2023,</a:t>
            </a:r>
            <a:r>
              <a:rPr lang="en-US" sz="1600" dirty="0">
                <a:latin typeface="Times New Roman"/>
                <a:cs typeface="Times New Roman"/>
                <a:hlinkClick r:id="rId9"/>
              </a:rPr>
              <a:t> </a:t>
            </a:r>
            <a:r>
              <a:rPr lang="en-US" sz="1600" dirty="0">
                <a:latin typeface="Times New Roman"/>
                <a:cs typeface="Times New Roman"/>
              </a:rPr>
              <a:t>DOI: </a:t>
            </a:r>
            <a:r>
              <a:rPr lang="en-US" sz="1600" dirty="0">
                <a:solidFill>
                  <a:srgbClr val="1155CC"/>
                </a:solidFill>
                <a:latin typeface="Times New Roman"/>
                <a:cs typeface="Times New Roman"/>
                <a:hlinkClick r:id="rId10"/>
              </a:rPr>
              <a:t>10.1145/3575871</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Eze, “Internet of Things Meets Robotics: A Survey of Cloud-based Robots”, June 2023, DOI: </a:t>
            </a:r>
            <a:r>
              <a:rPr lang="en-US" sz="1600" dirty="0">
                <a:solidFill>
                  <a:srgbClr val="1155CC"/>
                </a:solidFill>
                <a:latin typeface="Times New Roman"/>
                <a:cs typeface="Times New Roman"/>
                <a:hlinkClick r:id="rId11"/>
              </a:rPr>
              <a:t>10.48550/arXiv.2306.02586</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Pradhan, Bharti, Chakravarty, Ray, </a:t>
            </a:r>
            <a:r>
              <a:rPr lang="en-US" sz="1600" dirty="0" err="1">
                <a:latin typeface="Times New Roman"/>
                <a:cs typeface="Times New Roman"/>
              </a:rPr>
              <a:t>Voinova</a:t>
            </a:r>
            <a:r>
              <a:rPr lang="en-US" sz="1600" dirty="0">
                <a:latin typeface="Times New Roman"/>
                <a:cs typeface="Times New Roman"/>
              </a:rPr>
              <a:t>, </a:t>
            </a:r>
            <a:r>
              <a:rPr lang="en-US" sz="1600" dirty="0" err="1">
                <a:latin typeface="Times New Roman"/>
                <a:cs typeface="Times New Roman"/>
              </a:rPr>
              <a:t>Bonartsev</a:t>
            </a:r>
            <a:r>
              <a:rPr lang="en-US" sz="1600" dirty="0">
                <a:latin typeface="Times New Roman"/>
                <a:cs typeface="Times New Roman"/>
              </a:rPr>
              <a:t>, Pal, “Internet of Things and Robotics in Transforming Current-Day Healthcare Services”, Medical Internet of Things (IoT) Devices Volume 2021, May 2021, DOI: </a:t>
            </a:r>
            <a:r>
              <a:rPr lang="en-US" sz="1600" dirty="0">
                <a:solidFill>
                  <a:srgbClr val="1155CC"/>
                </a:solidFill>
                <a:latin typeface="Times New Roman"/>
                <a:cs typeface="Times New Roman"/>
                <a:hlinkClick r:id="rId12"/>
              </a:rPr>
              <a:t>10.1155/2021/9999504</a:t>
            </a:r>
            <a:endParaRPr lang="en-US" sz="1600" dirty="0">
              <a:latin typeface="Times New Roman"/>
              <a:cs typeface="Times New Roman"/>
            </a:endParaRPr>
          </a:p>
          <a:p>
            <a:pPr marL="342900" indent="-342900" algn="just">
              <a:buFont typeface="+mj-lt"/>
              <a:buAutoNum type="arabicPeriod"/>
            </a:pPr>
            <a:r>
              <a:rPr lang="en-US" sz="1600" dirty="0">
                <a:latin typeface="Times New Roman"/>
                <a:cs typeface="Times New Roman"/>
              </a:rPr>
              <a:t>Villa, Song, Heim, Li, “Internet of Robotic Things: Current Technologies, Applications, Challenges and Future Directions”, January 2021, DOI: </a:t>
            </a:r>
            <a:r>
              <a:rPr lang="en-US" sz="1600" dirty="0">
                <a:solidFill>
                  <a:srgbClr val="1155CC"/>
                </a:solidFill>
                <a:latin typeface="Times New Roman"/>
                <a:cs typeface="Times New Roman"/>
                <a:hlinkClick r:id="rId13"/>
              </a:rPr>
              <a:t>10.48550/arXiv.2101.06256</a:t>
            </a:r>
            <a:endParaRPr lang="en-US" sz="1600" dirty="0">
              <a:latin typeface="Times New Roman"/>
              <a:cs typeface="Times New Roman"/>
            </a:endParaRPr>
          </a:p>
          <a:p>
            <a:pPr marL="342900" indent="-342900" algn="just">
              <a:buFont typeface="+mj-lt"/>
              <a:buAutoNum type="arabicPeriod"/>
            </a:pPr>
            <a:r>
              <a:rPr lang="en-US" sz="1600" dirty="0" err="1">
                <a:latin typeface="Times New Roman"/>
                <a:cs typeface="Times New Roman"/>
              </a:rPr>
              <a:t>Ponis</a:t>
            </a:r>
            <a:r>
              <a:rPr lang="en-US" sz="1600" dirty="0">
                <a:latin typeface="Times New Roman"/>
                <a:cs typeface="Times New Roman"/>
              </a:rPr>
              <a:t>, Efthymiou, “Cloud and IoT Applications in Material Handling Automation and Intralogistics”, September 2020, DOI: </a:t>
            </a:r>
            <a:r>
              <a:rPr lang="en-US" sz="1600" dirty="0">
                <a:solidFill>
                  <a:srgbClr val="1155CC"/>
                </a:solidFill>
                <a:latin typeface="Times New Roman"/>
                <a:cs typeface="Times New Roman"/>
                <a:hlinkClick r:id="rId14"/>
              </a:rPr>
              <a:t>10.3390/logistics4030022</a:t>
            </a:r>
            <a:endParaRPr lang="en-US" sz="1600" dirty="0">
              <a:latin typeface="Times New Roman"/>
              <a:cs typeface="Times New Roman"/>
            </a:endParaRPr>
          </a:p>
          <a:p>
            <a:pPr marL="0" indent="0">
              <a:buNone/>
            </a:pPr>
            <a:endParaRPr lang="en-US" dirty="0"/>
          </a:p>
        </p:txBody>
      </p:sp>
      <p:sp>
        <p:nvSpPr>
          <p:cNvPr id="6" name="Footer Placeholder 5">
            <a:extLst>
              <a:ext uri="{FF2B5EF4-FFF2-40B4-BE49-F238E27FC236}">
                <a16:creationId xmlns:a16="http://schemas.microsoft.com/office/drawing/2014/main" id="{20F757A9-82C8-28E5-47C8-A83C9278CB1A}"/>
              </a:ext>
            </a:extLst>
          </p:cNvPr>
          <p:cNvSpPr>
            <a:spLocks noGrp="1"/>
          </p:cNvSpPr>
          <p:nvPr>
            <p:ph type="ftr" sz="quarter" idx="5"/>
          </p:nvPr>
        </p:nvSpPr>
        <p:spPr>
          <a:xfrm>
            <a:off x="4145280" y="6377940"/>
            <a:ext cx="3901440" cy="276999"/>
          </a:xfrm>
        </p:spPr>
        <p:txBody>
          <a:bodyPr/>
          <a:lstStyle/>
          <a:p>
            <a:r>
              <a:rPr lang="en-US" b="1" dirty="0">
                <a:solidFill>
                  <a:schemeClr val="tx1"/>
                </a:solidFill>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2398435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LY_Project_PPT_Final SEM 8 finallllll</Template>
  <TotalTime>348</TotalTime>
  <Words>2439</Words>
  <Application>Microsoft Office PowerPoint</Application>
  <PresentationFormat>Widescreen</PresentationFormat>
  <Paragraphs>184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Neue Haas Grotesk Text Pro</vt:lpstr>
      <vt:lpstr>Times New Roman</vt:lpstr>
      <vt:lpstr>Office Theme</vt:lpstr>
      <vt:lpstr>Material Handling Robot</vt:lpstr>
      <vt:lpstr>Abstract</vt:lpstr>
      <vt:lpstr>Problem Statement</vt:lpstr>
      <vt:lpstr>Introduction</vt:lpstr>
      <vt:lpstr>Objectives</vt:lpstr>
      <vt:lpstr>Literature Survey</vt:lpstr>
      <vt:lpstr>Literature Survey</vt:lpstr>
      <vt:lpstr>Methodology</vt:lpstr>
      <vt:lpstr>Design</vt:lpstr>
      <vt:lpstr>Components</vt:lpstr>
      <vt:lpstr>Calculation</vt:lpstr>
      <vt:lpstr>System Design</vt:lpstr>
      <vt:lpstr>Challenges</vt:lpstr>
      <vt:lpstr>Results</vt:lpstr>
      <vt:lpstr>Conclusion</vt:lpstr>
      <vt:lpstr>Further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 Handling Robot</dc:title>
  <dc:creator>Jaywant Zack</dc:creator>
  <cp:lastModifiedBy>Jaywant Zack</cp:lastModifiedBy>
  <cp:revision>434</cp:revision>
  <dcterms:created xsi:type="dcterms:W3CDTF">2023-09-25T18:44:55Z</dcterms:created>
  <dcterms:modified xsi:type="dcterms:W3CDTF">2024-04-29T16:19:47Z</dcterms:modified>
</cp:coreProperties>
</file>