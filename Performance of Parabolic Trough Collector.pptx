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6" r:id="rId2"/>
  </p:sldMasterIdLst>
  <p:sldIdLst>
    <p:sldId id="256" r:id="rId3"/>
    <p:sldId id="257" r:id="rId4"/>
    <p:sldId id="258" r:id="rId5"/>
    <p:sldId id="259" r:id="rId6"/>
    <p:sldId id="260" r:id="rId7"/>
    <p:sldId id="262" r:id="rId8"/>
    <p:sldId id="261" r:id="rId9"/>
    <p:sldId id="263" r:id="rId10"/>
    <p:sldId id="264" r:id="rId11"/>
  </p:sldIdLst>
  <p:sldSz cx="9906000" cy="6858000" type="A4"/>
  <p:notesSz cx="6858000" cy="9144000"/>
  <p:defaultTextStyle>
    <a:defPPr>
      <a:defRPr lang="en-US"/>
    </a:defPPr>
    <a:lvl1pPr marL="0" algn="l" defTabSz="1072866" rtl="0" eaLnBrk="1" latinLnBrk="0" hangingPunct="1">
      <a:defRPr sz="2100" kern="1200">
        <a:solidFill>
          <a:schemeClr val="tx1"/>
        </a:solidFill>
        <a:latin typeface="+mn-lt"/>
        <a:ea typeface="+mn-ea"/>
        <a:cs typeface="+mn-cs"/>
      </a:defRPr>
    </a:lvl1pPr>
    <a:lvl2pPr marL="536433" algn="l" defTabSz="1072866" rtl="0" eaLnBrk="1" latinLnBrk="0" hangingPunct="1">
      <a:defRPr sz="2100" kern="1200">
        <a:solidFill>
          <a:schemeClr val="tx1"/>
        </a:solidFill>
        <a:latin typeface="+mn-lt"/>
        <a:ea typeface="+mn-ea"/>
        <a:cs typeface="+mn-cs"/>
      </a:defRPr>
    </a:lvl2pPr>
    <a:lvl3pPr marL="1072866" algn="l" defTabSz="1072866" rtl="0" eaLnBrk="1" latinLnBrk="0" hangingPunct="1">
      <a:defRPr sz="2100" kern="1200">
        <a:solidFill>
          <a:schemeClr val="tx1"/>
        </a:solidFill>
        <a:latin typeface="+mn-lt"/>
        <a:ea typeface="+mn-ea"/>
        <a:cs typeface="+mn-cs"/>
      </a:defRPr>
    </a:lvl3pPr>
    <a:lvl4pPr marL="1609298" algn="l" defTabSz="1072866" rtl="0" eaLnBrk="1" latinLnBrk="0" hangingPunct="1">
      <a:defRPr sz="2100" kern="1200">
        <a:solidFill>
          <a:schemeClr val="tx1"/>
        </a:solidFill>
        <a:latin typeface="+mn-lt"/>
        <a:ea typeface="+mn-ea"/>
        <a:cs typeface="+mn-cs"/>
      </a:defRPr>
    </a:lvl4pPr>
    <a:lvl5pPr marL="2145731" algn="l" defTabSz="1072866" rtl="0" eaLnBrk="1" latinLnBrk="0" hangingPunct="1">
      <a:defRPr sz="2100" kern="1200">
        <a:solidFill>
          <a:schemeClr val="tx1"/>
        </a:solidFill>
        <a:latin typeface="+mn-lt"/>
        <a:ea typeface="+mn-ea"/>
        <a:cs typeface="+mn-cs"/>
      </a:defRPr>
    </a:lvl5pPr>
    <a:lvl6pPr marL="2682164" algn="l" defTabSz="1072866" rtl="0" eaLnBrk="1" latinLnBrk="0" hangingPunct="1">
      <a:defRPr sz="2100" kern="1200">
        <a:solidFill>
          <a:schemeClr val="tx1"/>
        </a:solidFill>
        <a:latin typeface="+mn-lt"/>
        <a:ea typeface="+mn-ea"/>
        <a:cs typeface="+mn-cs"/>
      </a:defRPr>
    </a:lvl6pPr>
    <a:lvl7pPr marL="3218597" algn="l" defTabSz="1072866" rtl="0" eaLnBrk="1" latinLnBrk="0" hangingPunct="1">
      <a:defRPr sz="2100" kern="1200">
        <a:solidFill>
          <a:schemeClr val="tx1"/>
        </a:solidFill>
        <a:latin typeface="+mn-lt"/>
        <a:ea typeface="+mn-ea"/>
        <a:cs typeface="+mn-cs"/>
      </a:defRPr>
    </a:lvl7pPr>
    <a:lvl8pPr marL="3755029" algn="l" defTabSz="1072866" rtl="0" eaLnBrk="1" latinLnBrk="0" hangingPunct="1">
      <a:defRPr sz="2100" kern="1200">
        <a:solidFill>
          <a:schemeClr val="tx1"/>
        </a:solidFill>
        <a:latin typeface="+mn-lt"/>
        <a:ea typeface="+mn-ea"/>
        <a:cs typeface="+mn-cs"/>
      </a:defRPr>
    </a:lvl8pPr>
    <a:lvl9pPr marL="4291462" algn="l" defTabSz="1072866" rtl="0" eaLnBrk="1" latinLnBrk="0" hangingPunct="1">
      <a:defRPr sz="21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206" y="-96"/>
      </p:cViewPr>
      <p:guideLst>
        <p:guide orient="horz" pos="2160"/>
        <p:guide pos="31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0"/>
        <p:cNvGrpSpPr/>
        <p:nvPr/>
      </p:nvGrpSpPr>
      <p:grpSpPr>
        <a:xfrm>
          <a:off x="0" y="0"/>
          <a:ext cx="0" cy="0"/>
          <a:chOff x="0" y="0"/>
          <a:chExt cx="0" cy="0"/>
        </a:xfrm>
      </p:grpSpPr>
      <p:sp>
        <p:nvSpPr>
          <p:cNvPr id="41" name="Google Shape;41;p68"/>
          <p:cNvSpPr txBox="1">
            <a:spLocks noGrp="1"/>
          </p:cNvSpPr>
          <p:nvPr>
            <p:ph type="dt" idx="10"/>
          </p:nvPr>
        </p:nvSpPr>
        <p:spPr>
          <a:xfrm>
            <a:off x="681038" y="6356352"/>
            <a:ext cx="2228850" cy="365125"/>
          </a:xfrm>
          <a:prstGeom prst="rect">
            <a:avLst/>
          </a:prstGeom>
          <a:noFill/>
          <a:ln>
            <a:noFill/>
          </a:ln>
        </p:spPr>
        <p:txBody>
          <a:bodyPr spcFirstLastPara="1" wrap="square" lIns="107269" tIns="53620" rIns="107269" bIns="53620" anchor="t" anchorCtr="0">
            <a:noAutofit/>
          </a:bodyPr>
          <a:lstStyle>
            <a:lvl1pPr marR="0" lvl="0"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9pPr>
          </a:lstStyle>
          <a:p>
            <a:fld id="{D3A6FD30-5FB3-45E7-B180-7AE62E724E7F}" type="datetimeFigureOut">
              <a:rPr lang="en-US" smtClean="0"/>
              <a:t>3/3/2023</a:t>
            </a:fld>
            <a:endParaRPr lang="en-US"/>
          </a:p>
        </p:txBody>
      </p:sp>
      <p:sp>
        <p:nvSpPr>
          <p:cNvPr id="42" name="Google Shape;42;p68"/>
          <p:cNvSpPr txBox="1">
            <a:spLocks noGrp="1"/>
          </p:cNvSpPr>
          <p:nvPr>
            <p:ph type="ftr" idx="11"/>
          </p:nvPr>
        </p:nvSpPr>
        <p:spPr>
          <a:xfrm>
            <a:off x="3281363" y="6356352"/>
            <a:ext cx="3343275" cy="365125"/>
          </a:xfrm>
          <a:prstGeom prst="rect">
            <a:avLst/>
          </a:prstGeom>
          <a:noFill/>
          <a:ln>
            <a:noFill/>
          </a:ln>
        </p:spPr>
        <p:txBody>
          <a:bodyPr spcFirstLastPara="1" wrap="square" lIns="107269" tIns="53620" rIns="107269" bIns="53620" anchor="t" anchorCtr="0">
            <a:noAutofit/>
          </a:bodyPr>
          <a:lstStyle>
            <a:lvl1pPr marR="0" lvl="0"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9pPr>
          </a:lstStyle>
          <a:p>
            <a:endParaRPr lang="en-US"/>
          </a:p>
        </p:txBody>
      </p:sp>
      <p:sp>
        <p:nvSpPr>
          <p:cNvPr id="43" name="Google Shape;43;p68"/>
          <p:cNvSpPr txBox="1">
            <a:spLocks noGrp="1"/>
          </p:cNvSpPr>
          <p:nvPr>
            <p:ph type="sldNum" idx="12"/>
          </p:nvPr>
        </p:nvSpPr>
        <p:spPr>
          <a:xfrm>
            <a:off x="6996113" y="6356352"/>
            <a:ext cx="2228850" cy="365125"/>
          </a:xfrm>
          <a:prstGeom prst="rect">
            <a:avLst/>
          </a:prstGeom>
          <a:noFill/>
          <a:ln>
            <a:noFill/>
          </a:ln>
        </p:spPr>
        <p:txBody>
          <a:bodyPr spcFirstLastPara="1" wrap="square" lIns="107269" tIns="53620" rIns="107269" bIns="53620" anchor="t" anchorCtr="0">
            <a:noAutofit/>
          </a:bodyPr>
          <a:lstStyle>
            <a:lvl1pPr marL="0" marR="0" lvl="0"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9pPr>
          </a:lstStyle>
          <a:p>
            <a:fld id="{3B2880C7-68A3-4510-9A1B-DEA1DC53696F}" type="slidenum">
              <a:rPr lang="en-US" smtClean="0"/>
              <a:t>‹#›</a:t>
            </a:fld>
            <a:endParaRPr lang="en-US"/>
          </a:p>
        </p:txBody>
      </p:sp>
      <p:sp>
        <p:nvSpPr>
          <p:cNvPr id="44" name="Google Shape;44;p68"/>
          <p:cNvSpPr txBox="1">
            <a:spLocks noGrp="1"/>
          </p:cNvSpPr>
          <p:nvPr>
            <p:ph type="body" idx="1"/>
          </p:nvPr>
        </p:nvSpPr>
        <p:spPr>
          <a:xfrm>
            <a:off x="444414" y="1324629"/>
            <a:ext cx="8915400" cy="4525963"/>
          </a:xfrm>
          <a:prstGeom prst="rect">
            <a:avLst/>
          </a:prstGeom>
          <a:noFill/>
          <a:ln>
            <a:noFill/>
          </a:ln>
        </p:spPr>
        <p:txBody>
          <a:bodyPr spcFirstLastPara="1" wrap="square" lIns="107269" tIns="53620" rIns="107269" bIns="53620" anchor="t" anchorCtr="0">
            <a:normAutofit/>
          </a:bodyPr>
          <a:lstStyle>
            <a:lvl1pPr marL="536433" marR="0" lvl="0" indent="-476829" algn="l" rtl="0">
              <a:lnSpc>
                <a:spcPct val="90000"/>
              </a:lnSpc>
              <a:spcBef>
                <a:spcPts val="1173"/>
              </a:spcBef>
              <a:spcAft>
                <a:spcPts val="0"/>
              </a:spcAft>
              <a:buClr>
                <a:schemeClr val="dk1"/>
              </a:buClr>
              <a:buSzPts val="2800"/>
              <a:buFont typeface="Arial"/>
              <a:buChar char="•"/>
              <a:defRPr sz="3300" b="0" i="0" u="none" strike="noStrike" cap="none">
                <a:solidFill>
                  <a:schemeClr val="dk1"/>
                </a:solidFill>
                <a:latin typeface="Times New Roman"/>
                <a:ea typeface="Times New Roman"/>
                <a:cs typeface="Times New Roman"/>
                <a:sym typeface="Times New Roman"/>
              </a:defRPr>
            </a:lvl1pPr>
            <a:lvl2pPr marL="1072866" marR="0" lvl="1" indent="-447027" algn="l" rtl="0">
              <a:lnSpc>
                <a:spcPct val="90000"/>
              </a:lnSpc>
              <a:spcBef>
                <a:spcPts val="587"/>
              </a:spcBef>
              <a:spcAft>
                <a:spcPts val="0"/>
              </a:spcAft>
              <a:buClr>
                <a:schemeClr val="dk1"/>
              </a:buClr>
              <a:buSzPts val="2400"/>
              <a:buFont typeface="Courier New"/>
              <a:buChar char="o"/>
              <a:defRPr sz="2800" b="0" i="0" u="none" strike="noStrike" cap="none">
                <a:solidFill>
                  <a:schemeClr val="dk1"/>
                </a:solidFill>
                <a:latin typeface="Times New Roman"/>
                <a:ea typeface="Times New Roman"/>
                <a:cs typeface="Times New Roman"/>
                <a:sym typeface="Times New Roman"/>
              </a:defRPr>
            </a:lvl2pPr>
            <a:lvl3pPr marL="1609298" marR="0" lvl="2" indent="-417225" algn="l" rtl="0">
              <a:lnSpc>
                <a:spcPct val="90000"/>
              </a:lnSpc>
              <a:spcBef>
                <a:spcPts val="587"/>
              </a:spcBef>
              <a:spcAft>
                <a:spcPts val="0"/>
              </a:spcAft>
              <a:buClr>
                <a:schemeClr val="dk1"/>
              </a:buClr>
              <a:buSzPts val="2000"/>
              <a:buFont typeface="Calibri"/>
              <a:buChar char="−"/>
              <a:defRPr sz="2300" b="0" i="0" u="none" strike="noStrike" cap="none">
                <a:solidFill>
                  <a:schemeClr val="dk1"/>
                </a:solidFill>
                <a:latin typeface="Times New Roman"/>
                <a:ea typeface="Times New Roman"/>
                <a:cs typeface="Times New Roman"/>
                <a:sym typeface="Times New Roman"/>
              </a:defRPr>
            </a:lvl3pPr>
            <a:lvl4pPr marL="2145731" marR="0" lvl="3"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Times New Roman"/>
                <a:ea typeface="Times New Roman"/>
                <a:cs typeface="Times New Roman"/>
                <a:sym typeface="Times New Roman"/>
              </a:defRPr>
            </a:lvl4pPr>
            <a:lvl5pPr marL="2682164" marR="0" lvl="4" indent="-372523" algn="l" rtl="0">
              <a:lnSpc>
                <a:spcPct val="90000"/>
              </a:lnSpc>
              <a:spcBef>
                <a:spcPts val="587"/>
              </a:spcBef>
              <a:spcAft>
                <a:spcPts val="0"/>
              </a:spcAft>
              <a:buClr>
                <a:schemeClr val="dk1"/>
              </a:buClr>
              <a:buSzPts val="1400"/>
              <a:buFont typeface="Arial"/>
              <a:buChar char="•"/>
              <a:defRPr sz="1600" b="0" i="0" u="none" strike="noStrike" cap="none">
                <a:solidFill>
                  <a:schemeClr val="dk1"/>
                </a:solidFill>
                <a:latin typeface="Times New Roman"/>
                <a:ea typeface="Times New Roman"/>
                <a:cs typeface="Times New Roman"/>
                <a:sym typeface="Times New Roman"/>
              </a:defRPr>
            </a:lvl5pPr>
            <a:lvl6pPr marL="3218597" marR="0" lvl="5"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6pPr>
            <a:lvl7pPr marL="3755029" marR="0" lvl="6"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7pPr>
            <a:lvl8pPr marL="4291462" marR="0" lvl="7"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8pPr>
            <a:lvl9pPr marL="4827895" marR="0" lvl="8"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9pPr>
          </a:lstStyle>
          <a:p>
            <a:pPr lvl="0"/>
            <a:r>
              <a:rPr lang="en-US" smtClean="0"/>
              <a:t>Click to edit Master text styles</a:t>
            </a:r>
          </a:p>
        </p:txBody>
      </p:sp>
    </p:spTree>
    <p:extLst>
      <p:ext uri="{BB962C8B-B14F-4D97-AF65-F5344CB8AC3E}">
        <p14:creationId xmlns:p14="http://schemas.microsoft.com/office/powerpoint/2010/main" val="2895589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45"/>
        <p:cNvGrpSpPr/>
        <p:nvPr/>
      </p:nvGrpSpPr>
      <p:grpSpPr>
        <a:xfrm>
          <a:off x="0" y="0"/>
          <a:ext cx="0" cy="0"/>
          <a:chOff x="0" y="0"/>
          <a:chExt cx="0" cy="0"/>
        </a:xfrm>
      </p:grpSpPr>
    </p:spTree>
    <p:extLst>
      <p:ext uri="{BB962C8B-B14F-4D97-AF65-F5344CB8AC3E}">
        <p14:creationId xmlns:p14="http://schemas.microsoft.com/office/powerpoint/2010/main" val="2414217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46"/>
        <p:cNvGrpSpPr/>
        <p:nvPr/>
      </p:nvGrpSpPr>
      <p:grpSpPr>
        <a:xfrm>
          <a:off x="0" y="0"/>
          <a:ext cx="0" cy="0"/>
          <a:chOff x="0" y="0"/>
          <a:chExt cx="0" cy="0"/>
        </a:xfrm>
      </p:grpSpPr>
      <p:sp>
        <p:nvSpPr>
          <p:cNvPr id="47" name="Google Shape;47;p70"/>
          <p:cNvSpPr txBox="1">
            <a:spLocks noGrp="1"/>
          </p:cNvSpPr>
          <p:nvPr>
            <p:ph type="title"/>
          </p:nvPr>
        </p:nvSpPr>
        <p:spPr>
          <a:xfrm>
            <a:off x="885435" y="214818"/>
            <a:ext cx="8019790" cy="874951"/>
          </a:xfrm>
          <a:prstGeom prst="rect">
            <a:avLst/>
          </a:prstGeom>
          <a:noFill/>
          <a:ln>
            <a:noFill/>
          </a:ln>
        </p:spPr>
        <p:txBody>
          <a:bodyPr spcFirstLastPara="1" wrap="square" lIns="107269" tIns="53620" rIns="107269" bIns="53620" anchor="t" anchorCtr="0">
            <a:noAutofit/>
          </a:bodyPr>
          <a:lstStyle>
            <a:lvl1pPr marR="0" lvl="0" algn="ctr" rtl="0">
              <a:lnSpc>
                <a:spcPct val="90000"/>
              </a:lnSpc>
              <a:spcBef>
                <a:spcPts val="0"/>
              </a:spcBef>
              <a:spcAft>
                <a:spcPts val="0"/>
              </a:spcAft>
              <a:buClr>
                <a:srgbClr val="930B0B"/>
              </a:buClr>
              <a:buSzPts val="3600"/>
              <a:buFont typeface="Times New Roman"/>
              <a:buNone/>
              <a:defRPr sz="4200" b="0" i="0" u="none" strike="noStrike" cap="none">
                <a:solidFill>
                  <a:srgbClr val="930B0B"/>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9pPr>
          </a:lstStyle>
          <a:p>
            <a:r>
              <a:rPr lang="en-US" smtClean="0"/>
              <a:t>Click to edit Master title style</a:t>
            </a:r>
            <a:endParaRPr/>
          </a:p>
        </p:txBody>
      </p:sp>
      <p:sp>
        <p:nvSpPr>
          <p:cNvPr id="48" name="Google Shape;48;p70"/>
          <p:cNvSpPr txBox="1">
            <a:spLocks noGrp="1"/>
          </p:cNvSpPr>
          <p:nvPr>
            <p:ph type="body" idx="1"/>
          </p:nvPr>
        </p:nvSpPr>
        <p:spPr>
          <a:xfrm>
            <a:off x="427452" y="1189974"/>
            <a:ext cx="8935755" cy="4899308"/>
          </a:xfrm>
          <a:prstGeom prst="rect">
            <a:avLst/>
          </a:prstGeom>
          <a:noFill/>
          <a:ln>
            <a:noFill/>
          </a:ln>
        </p:spPr>
        <p:txBody>
          <a:bodyPr spcFirstLastPara="1" wrap="square" lIns="107269" tIns="53620" rIns="107269" bIns="53620" anchor="t" anchorCtr="0">
            <a:noAutofit/>
          </a:bodyPr>
          <a:lstStyle>
            <a:lvl1pPr marL="536433" marR="0" lvl="0" indent="-476829" algn="l" rtl="0">
              <a:lnSpc>
                <a:spcPct val="90000"/>
              </a:lnSpc>
              <a:spcBef>
                <a:spcPts val="1173"/>
              </a:spcBef>
              <a:spcAft>
                <a:spcPts val="0"/>
              </a:spcAft>
              <a:buClr>
                <a:schemeClr val="dk1"/>
              </a:buClr>
              <a:buSzPts val="2800"/>
              <a:buFont typeface="Arial"/>
              <a:buChar char="•"/>
              <a:defRPr sz="3300" b="0" i="0" u="none" strike="noStrike" cap="none">
                <a:solidFill>
                  <a:schemeClr val="dk1"/>
                </a:solidFill>
                <a:latin typeface="Times New Roman"/>
                <a:ea typeface="Times New Roman"/>
                <a:cs typeface="Times New Roman"/>
                <a:sym typeface="Times New Roman"/>
              </a:defRPr>
            </a:lvl1pPr>
            <a:lvl2pPr marL="1072866" marR="0" lvl="1" indent="-393384" algn="l" rtl="0">
              <a:lnSpc>
                <a:spcPct val="90000"/>
              </a:lnSpc>
              <a:spcBef>
                <a:spcPts val="587"/>
              </a:spcBef>
              <a:spcAft>
                <a:spcPts val="0"/>
              </a:spcAft>
              <a:buClr>
                <a:srgbClr val="C55A11"/>
              </a:buClr>
              <a:buSzPts val="1680"/>
              <a:buFont typeface="Courier New"/>
              <a:buChar char="o"/>
              <a:defRPr sz="2800" b="0" i="0" u="none" strike="noStrike" cap="none">
                <a:solidFill>
                  <a:schemeClr val="dk1"/>
                </a:solidFill>
                <a:latin typeface="Times New Roman"/>
                <a:ea typeface="Times New Roman"/>
                <a:cs typeface="Times New Roman"/>
                <a:sym typeface="Times New Roman"/>
              </a:defRPr>
            </a:lvl2pPr>
            <a:lvl3pPr marL="1609298" marR="0" lvl="2" indent="-372523" algn="l" rtl="0">
              <a:lnSpc>
                <a:spcPct val="90000"/>
              </a:lnSpc>
              <a:spcBef>
                <a:spcPts val="587"/>
              </a:spcBef>
              <a:spcAft>
                <a:spcPts val="0"/>
              </a:spcAft>
              <a:buClr>
                <a:srgbClr val="8D4427"/>
              </a:buClr>
              <a:buSzPts val="1400"/>
              <a:buFont typeface="Times New Roman"/>
              <a:buChar char="−"/>
              <a:defRPr sz="2300" b="0" i="0" u="none" strike="noStrike" cap="none">
                <a:solidFill>
                  <a:schemeClr val="dk1"/>
                </a:solidFill>
                <a:latin typeface="Times New Roman"/>
                <a:ea typeface="Times New Roman"/>
                <a:cs typeface="Times New Roman"/>
                <a:sym typeface="Times New Roman"/>
              </a:defRPr>
            </a:lvl3pPr>
            <a:lvl4pPr marL="2145731" marR="0" lvl="3"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Times New Roman"/>
                <a:ea typeface="Times New Roman"/>
                <a:cs typeface="Times New Roman"/>
                <a:sym typeface="Times New Roman"/>
              </a:defRPr>
            </a:lvl4pPr>
            <a:lvl5pPr marL="2682164" marR="0" lvl="4"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Times New Roman"/>
                <a:ea typeface="Times New Roman"/>
                <a:cs typeface="Times New Roman"/>
                <a:sym typeface="Times New Roman"/>
              </a:defRPr>
            </a:lvl5pPr>
            <a:lvl6pPr marL="3218597" marR="0" lvl="5"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6pPr>
            <a:lvl7pPr marL="3755029" marR="0" lvl="6"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7pPr>
            <a:lvl8pPr marL="4291462" marR="0" lvl="7"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8pPr>
            <a:lvl9pPr marL="4827895" marR="0" lvl="8"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9pPr>
          </a:lstStyle>
          <a:p>
            <a:pPr lvl="0"/>
            <a:r>
              <a:rPr lang="en-US" smtClean="0"/>
              <a:t>Click to edit Master text styles</a:t>
            </a:r>
          </a:p>
        </p:txBody>
      </p:sp>
    </p:spTree>
    <p:extLst>
      <p:ext uri="{BB962C8B-B14F-4D97-AF65-F5344CB8AC3E}">
        <p14:creationId xmlns:p14="http://schemas.microsoft.com/office/powerpoint/2010/main" val="237988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9"/>
        <p:cNvGrpSpPr/>
        <p:nvPr/>
      </p:nvGrpSpPr>
      <p:grpSpPr>
        <a:xfrm>
          <a:off x="0" y="0"/>
          <a:ext cx="0" cy="0"/>
          <a:chOff x="0" y="0"/>
          <a:chExt cx="0" cy="0"/>
        </a:xfrm>
      </p:grpSpPr>
      <p:sp>
        <p:nvSpPr>
          <p:cNvPr id="50" name="Google Shape;50;p71"/>
          <p:cNvSpPr txBox="1">
            <a:spLocks noGrp="1"/>
          </p:cNvSpPr>
          <p:nvPr>
            <p:ph type="title"/>
          </p:nvPr>
        </p:nvSpPr>
        <p:spPr>
          <a:xfrm>
            <a:off x="682328" y="365127"/>
            <a:ext cx="8543925" cy="1325563"/>
          </a:xfrm>
          <a:prstGeom prst="rect">
            <a:avLst/>
          </a:prstGeom>
          <a:noFill/>
          <a:ln>
            <a:noFill/>
          </a:ln>
        </p:spPr>
        <p:txBody>
          <a:bodyPr spcFirstLastPara="1" wrap="square" lIns="107269" tIns="53620" rIns="107269" bIns="53620" anchor="t" anchorCtr="0">
            <a:noAutofit/>
          </a:bodyPr>
          <a:lstStyle>
            <a:lvl1pPr marR="0" lvl="0" algn="l" rtl="0">
              <a:lnSpc>
                <a:spcPct val="90000"/>
              </a:lnSpc>
              <a:spcBef>
                <a:spcPts val="0"/>
              </a:spcBef>
              <a:spcAft>
                <a:spcPts val="0"/>
              </a:spcAft>
              <a:buClr>
                <a:schemeClr val="dk1"/>
              </a:buClr>
              <a:buSzPts val="4400"/>
              <a:buFont typeface="Calibri"/>
              <a:buNone/>
              <a:defRPr sz="5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9pPr>
          </a:lstStyle>
          <a:p>
            <a:r>
              <a:rPr lang="en-US" smtClean="0"/>
              <a:t>Click to edit Master title style</a:t>
            </a:r>
            <a:endParaRPr/>
          </a:p>
        </p:txBody>
      </p:sp>
      <p:sp>
        <p:nvSpPr>
          <p:cNvPr id="51" name="Google Shape;51;p71"/>
          <p:cNvSpPr txBox="1">
            <a:spLocks noGrp="1"/>
          </p:cNvSpPr>
          <p:nvPr>
            <p:ph type="body" idx="1"/>
          </p:nvPr>
        </p:nvSpPr>
        <p:spPr>
          <a:xfrm>
            <a:off x="550021" y="1606007"/>
            <a:ext cx="4190702" cy="823912"/>
          </a:xfrm>
          <a:prstGeom prst="rect">
            <a:avLst/>
          </a:prstGeom>
          <a:noFill/>
          <a:ln>
            <a:noFill/>
          </a:ln>
        </p:spPr>
        <p:txBody>
          <a:bodyPr spcFirstLastPara="1" wrap="square" lIns="107269" tIns="53620" rIns="107269" bIns="53620" anchor="b" anchorCtr="0">
            <a:noAutofit/>
          </a:bodyPr>
          <a:lstStyle>
            <a:lvl1pPr marL="536433" marR="0" lvl="0" indent="-268216" algn="l" rtl="0">
              <a:lnSpc>
                <a:spcPct val="90000"/>
              </a:lnSpc>
              <a:spcBef>
                <a:spcPts val="1173"/>
              </a:spcBef>
              <a:spcAft>
                <a:spcPts val="0"/>
              </a:spcAft>
              <a:buClr>
                <a:schemeClr val="dk1"/>
              </a:buClr>
              <a:buSzPts val="2400"/>
              <a:buFont typeface="Arial"/>
              <a:buNone/>
              <a:defRPr sz="2800" b="1" i="0" u="none" strike="noStrike" cap="none">
                <a:solidFill>
                  <a:schemeClr val="dk1"/>
                </a:solidFill>
                <a:latin typeface="Calibri"/>
                <a:ea typeface="Calibri"/>
                <a:cs typeface="Calibri"/>
                <a:sym typeface="Calibri"/>
              </a:defRPr>
            </a:lvl1pPr>
            <a:lvl2pPr marL="1072866" marR="0" lvl="1" indent="-268216" algn="l" rtl="0">
              <a:lnSpc>
                <a:spcPct val="90000"/>
              </a:lnSpc>
              <a:spcBef>
                <a:spcPts val="587"/>
              </a:spcBef>
              <a:spcAft>
                <a:spcPts val="0"/>
              </a:spcAft>
              <a:buClr>
                <a:schemeClr val="dk1"/>
              </a:buClr>
              <a:buSzPts val="2000"/>
              <a:buFont typeface="Arial"/>
              <a:buNone/>
              <a:defRPr sz="2300" b="1" i="0" u="none" strike="noStrike" cap="none">
                <a:solidFill>
                  <a:schemeClr val="dk1"/>
                </a:solidFill>
                <a:latin typeface="Calibri"/>
                <a:ea typeface="Calibri"/>
                <a:cs typeface="Calibri"/>
                <a:sym typeface="Calibri"/>
              </a:defRPr>
            </a:lvl2pPr>
            <a:lvl3pPr marL="1609298" marR="0" lvl="2" indent="-268216" algn="l" rtl="0">
              <a:lnSpc>
                <a:spcPct val="90000"/>
              </a:lnSpc>
              <a:spcBef>
                <a:spcPts val="587"/>
              </a:spcBef>
              <a:spcAft>
                <a:spcPts val="0"/>
              </a:spcAft>
              <a:buClr>
                <a:schemeClr val="dk1"/>
              </a:buClr>
              <a:buSzPts val="1800"/>
              <a:buFont typeface="Arial"/>
              <a:buNone/>
              <a:defRPr sz="2100" b="1" i="0" u="none" strike="noStrike" cap="none">
                <a:solidFill>
                  <a:schemeClr val="dk1"/>
                </a:solidFill>
                <a:latin typeface="Calibri"/>
                <a:ea typeface="Calibri"/>
                <a:cs typeface="Calibri"/>
                <a:sym typeface="Calibri"/>
              </a:defRPr>
            </a:lvl3pPr>
            <a:lvl4pPr marL="2145731" marR="0" lvl="3" indent="-268216" algn="l" rtl="0">
              <a:lnSpc>
                <a:spcPct val="90000"/>
              </a:lnSpc>
              <a:spcBef>
                <a:spcPts val="587"/>
              </a:spcBef>
              <a:spcAft>
                <a:spcPts val="0"/>
              </a:spcAft>
              <a:buClr>
                <a:schemeClr val="dk1"/>
              </a:buClr>
              <a:buSzPts val="1600"/>
              <a:buFont typeface="Arial"/>
              <a:buNone/>
              <a:defRPr sz="1900" b="1" i="0" u="none" strike="noStrike" cap="none">
                <a:solidFill>
                  <a:schemeClr val="dk1"/>
                </a:solidFill>
                <a:latin typeface="Calibri"/>
                <a:ea typeface="Calibri"/>
                <a:cs typeface="Calibri"/>
                <a:sym typeface="Calibri"/>
              </a:defRPr>
            </a:lvl4pPr>
            <a:lvl5pPr marL="2682164" marR="0" lvl="4" indent="-268216" algn="l" rtl="0">
              <a:lnSpc>
                <a:spcPct val="90000"/>
              </a:lnSpc>
              <a:spcBef>
                <a:spcPts val="587"/>
              </a:spcBef>
              <a:spcAft>
                <a:spcPts val="0"/>
              </a:spcAft>
              <a:buClr>
                <a:schemeClr val="dk1"/>
              </a:buClr>
              <a:buSzPts val="1600"/>
              <a:buFont typeface="Arial"/>
              <a:buNone/>
              <a:defRPr sz="1900" b="1" i="0" u="none" strike="noStrike" cap="none">
                <a:solidFill>
                  <a:schemeClr val="dk1"/>
                </a:solidFill>
                <a:latin typeface="Calibri"/>
                <a:ea typeface="Calibri"/>
                <a:cs typeface="Calibri"/>
                <a:sym typeface="Calibri"/>
              </a:defRPr>
            </a:lvl5pPr>
            <a:lvl6pPr marL="3218597" marR="0" lvl="5" indent="-268216" algn="l" rtl="0">
              <a:lnSpc>
                <a:spcPct val="90000"/>
              </a:lnSpc>
              <a:spcBef>
                <a:spcPts val="587"/>
              </a:spcBef>
              <a:spcAft>
                <a:spcPts val="0"/>
              </a:spcAft>
              <a:buClr>
                <a:schemeClr val="dk1"/>
              </a:buClr>
              <a:buSzPts val="1600"/>
              <a:buFont typeface="Arial"/>
              <a:buNone/>
              <a:defRPr sz="1900" b="1" i="0" u="none" strike="noStrike" cap="none">
                <a:solidFill>
                  <a:schemeClr val="dk1"/>
                </a:solidFill>
                <a:latin typeface="Calibri"/>
                <a:ea typeface="Calibri"/>
                <a:cs typeface="Calibri"/>
                <a:sym typeface="Calibri"/>
              </a:defRPr>
            </a:lvl6pPr>
            <a:lvl7pPr marL="3755029" marR="0" lvl="6" indent="-268216" algn="l" rtl="0">
              <a:lnSpc>
                <a:spcPct val="90000"/>
              </a:lnSpc>
              <a:spcBef>
                <a:spcPts val="587"/>
              </a:spcBef>
              <a:spcAft>
                <a:spcPts val="0"/>
              </a:spcAft>
              <a:buClr>
                <a:schemeClr val="dk1"/>
              </a:buClr>
              <a:buSzPts val="1600"/>
              <a:buFont typeface="Arial"/>
              <a:buNone/>
              <a:defRPr sz="1900" b="1" i="0" u="none" strike="noStrike" cap="none">
                <a:solidFill>
                  <a:schemeClr val="dk1"/>
                </a:solidFill>
                <a:latin typeface="Calibri"/>
                <a:ea typeface="Calibri"/>
                <a:cs typeface="Calibri"/>
                <a:sym typeface="Calibri"/>
              </a:defRPr>
            </a:lvl7pPr>
            <a:lvl8pPr marL="4291462" marR="0" lvl="7" indent="-268216" algn="l" rtl="0">
              <a:lnSpc>
                <a:spcPct val="90000"/>
              </a:lnSpc>
              <a:spcBef>
                <a:spcPts val="587"/>
              </a:spcBef>
              <a:spcAft>
                <a:spcPts val="0"/>
              </a:spcAft>
              <a:buClr>
                <a:schemeClr val="dk1"/>
              </a:buClr>
              <a:buSzPts val="1600"/>
              <a:buFont typeface="Arial"/>
              <a:buNone/>
              <a:defRPr sz="1900" b="1" i="0" u="none" strike="noStrike" cap="none">
                <a:solidFill>
                  <a:schemeClr val="dk1"/>
                </a:solidFill>
                <a:latin typeface="Calibri"/>
                <a:ea typeface="Calibri"/>
                <a:cs typeface="Calibri"/>
                <a:sym typeface="Calibri"/>
              </a:defRPr>
            </a:lvl8pPr>
            <a:lvl9pPr marL="4827895" marR="0" lvl="8" indent="-268216" algn="l" rtl="0">
              <a:lnSpc>
                <a:spcPct val="90000"/>
              </a:lnSpc>
              <a:spcBef>
                <a:spcPts val="587"/>
              </a:spcBef>
              <a:spcAft>
                <a:spcPts val="0"/>
              </a:spcAft>
              <a:buClr>
                <a:schemeClr val="dk1"/>
              </a:buClr>
              <a:buSzPts val="1600"/>
              <a:buFont typeface="Arial"/>
              <a:buNone/>
              <a:defRPr sz="1900" b="1" i="0" u="none" strike="noStrike" cap="none">
                <a:solidFill>
                  <a:schemeClr val="dk1"/>
                </a:solidFill>
                <a:latin typeface="Calibri"/>
                <a:ea typeface="Calibri"/>
                <a:cs typeface="Calibri"/>
                <a:sym typeface="Calibri"/>
              </a:defRPr>
            </a:lvl9pPr>
          </a:lstStyle>
          <a:p>
            <a:pPr lvl="0"/>
            <a:r>
              <a:rPr lang="en-US" smtClean="0"/>
              <a:t>Click to edit Master text styles</a:t>
            </a:r>
          </a:p>
        </p:txBody>
      </p:sp>
      <p:sp>
        <p:nvSpPr>
          <p:cNvPr id="52" name="Google Shape;52;p71"/>
          <p:cNvSpPr txBox="1">
            <a:spLocks noGrp="1"/>
          </p:cNvSpPr>
          <p:nvPr>
            <p:ph type="body" idx="2"/>
          </p:nvPr>
        </p:nvSpPr>
        <p:spPr>
          <a:xfrm>
            <a:off x="682329" y="2505075"/>
            <a:ext cx="4190702" cy="3684588"/>
          </a:xfrm>
          <a:prstGeom prst="rect">
            <a:avLst/>
          </a:prstGeom>
          <a:noFill/>
          <a:ln>
            <a:noFill/>
          </a:ln>
        </p:spPr>
        <p:txBody>
          <a:bodyPr spcFirstLastPara="1" wrap="square" lIns="107269" tIns="53620" rIns="107269" bIns="53620" anchor="t" anchorCtr="0">
            <a:noAutofit/>
          </a:bodyPr>
          <a:lstStyle>
            <a:lvl1pPr marL="536433" marR="0" lvl="0" indent="-476829" algn="l" rtl="0">
              <a:lnSpc>
                <a:spcPct val="90000"/>
              </a:lnSpc>
              <a:spcBef>
                <a:spcPts val="1173"/>
              </a:spcBef>
              <a:spcAft>
                <a:spcPts val="0"/>
              </a:spcAft>
              <a:buClr>
                <a:schemeClr val="dk1"/>
              </a:buClr>
              <a:buSzPts val="2800"/>
              <a:buFont typeface="Arial"/>
              <a:buChar char="•"/>
              <a:defRPr sz="3300" b="0" i="0" u="none" strike="noStrike" cap="none">
                <a:solidFill>
                  <a:schemeClr val="dk1"/>
                </a:solidFill>
                <a:latin typeface="Calibri"/>
                <a:ea typeface="Calibri"/>
                <a:cs typeface="Calibri"/>
                <a:sym typeface="Calibri"/>
              </a:defRPr>
            </a:lvl1pPr>
            <a:lvl2pPr marL="1072866" marR="0" lvl="1" indent="-447027" algn="l" rtl="0">
              <a:lnSpc>
                <a:spcPct val="90000"/>
              </a:lnSpc>
              <a:spcBef>
                <a:spcPts val="587"/>
              </a:spcBef>
              <a:spcAft>
                <a:spcPts val="0"/>
              </a:spcAft>
              <a:buClr>
                <a:schemeClr val="dk1"/>
              </a:buClr>
              <a:buSzPts val="2400"/>
              <a:buFont typeface="Arial"/>
              <a:buChar char="•"/>
              <a:defRPr sz="2800" b="0" i="0" u="none" strike="noStrike" cap="none">
                <a:solidFill>
                  <a:schemeClr val="dk1"/>
                </a:solidFill>
                <a:latin typeface="Calibri"/>
                <a:ea typeface="Calibri"/>
                <a:cs typeface="Calibri"/>
                <a:sym typeface="Calibri"/>
              </a:defRPr>
            </a:lvl2pPr>
            <a:lvl3pPr marL="1609298" marR="0" lvl="2" indent="-417225" algn="l" rtl="0">
              <a:lnSpc>
                <a:spcPct val="90000"/>
              </a:lnSpc>
              <a:spcBef>
                <a:spcPts val="587"/>
              </a:spcBef>
              <a:spcAft>
                <a:spcPts val="0"/>
              </a:spcAft>
              <a:buClr>
                <a:schemeClr val="dk1"/>
              </a:buClr>
              <a:buSzPts val="2000"/>
              <a:buFont typeface="Arial"/>
              <a:buChar char="•"/>
              <a:defRPr sz="2300" b="0" i="0" u="none" strike="noStrike" cap="none">
                <a:solidFill>
                  <a:schemeClr val="dk1"/>
                </a:solidFill>
                <a:latin typeface="Calibri"/>
                <a:ea typeface="Calibri"/>
                <a:cs typeface="Calibri"/>
                <a:sym typeface="Calibri"/>
              </a:defRPr>
            </a:lvl3pPr>
            <a:lvl4pPr marL="2145731" marR="0" lvl="3"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4pPr>
            <a:lvl5pPr marL="2682164" marR="0" lvl="4"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5pPr>
            <a:lvl6pPr marL="3218597" marR="0" lvl="5"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6pPr>
            <a:lvl7pPr marL="3755029" marR="0" lvl="6"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7pPr>
            <a:lvl8pPr marL="4291462" marR="0" lvl="7"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8pPr>
            <a:lvl9pPr marL="4827895" marR="0" lvl="8"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9pPr>
          </a:lstStyle>
          <a:p>
            <a:pPr lvl="0"/>
            <a:r>
              <a:rPr lang="en-US" smtClean="0"/>
              <a:t>Click to edit Master text styles</a:t>
            </a:r>
          </a:p>
        </p:txBody>
      </p:sp>
      <p:sp>
        <p:nvSpPr>
          <p:cNvPr id="53" name="Google Shape;53;p71"/>
          <p:cNvSpPr txBox="1">
            <a:spLocks noGrp="1"/>
          </p:cNvSpPr>
          <p:nvPr>
            <p:ph type="body" idx="3"/>
          </p:nvPr>
        </p:nvSpPr>
        <p:spPr>
          <a:xfrm>
            <a:off x="5014914" y="1681163"/>
            <a:ext cx="4211340" cy="823912"/>
          </a:xfrm>
          <a:prstGeom prst="rect">
            <a:avLst/>
          </a:prstGeom>
          <a:noFill/>
          <a:ln>
            <a:noFill/>
          </a:ln>
        </p:spPr>
        <p:txBody>
          <a:bodyPr spcFirstLastPara="1" wrap="square" lIns="107269" tIns="53620" rIns="107269" bIns="53620" anchor="b" anchorCtr="0">
            <a:noAutofit/>
          </a:bodyPr>
          <a:lstStyle>
            <a:lvl1pPr marL="536433" marR="0" lvl="0" indent="-268216" algn="l" rtl="0">
              <a:lnSpc>
                <a:spcPct val="90000"/>
              </a:lnSpc>
              <a:spcBef>
                <a:spcPts val="1173"/>
              </a:spcBef>
              <a:spcAft>
                <a:spcPts val="0"/>
              </a:spcAft>
              <a:buClr>
                <a:schemeClr val="dk1"/>
              </a:buClr>
              <a:buSzPts val="2400"/>
              <a:buFont typeface="Arial"/>
              <a:buNone/>
              <a:defRPr sz="2800" b="1" i="0" u="none" strike="noStrike" cap="none">
                <a:solidFill>
                  <a:schemeClr val="dk1"/>
                </a:solidFill>
                <a:latin typeface="Calibri"/>
                <a:ea typeface="Calibri"/>
                <a:cs typeface="Calibri"/>
                <a:sym typeface="Calibri"/>
              </a:defRPr>
            </a:lvl1pPr>
            <a:lvl2pPr marL="1072866" marR="0" lvl="1" indent="-268216" algn="l" rtl="0">
              <a:lnSpc>
                <a:spcPct val="90000"/>
              </a:lnSpc>
              <a:spcBef>
                <a:spcPts val="587"/>
              </a:spcBef>
              <a:spcAft>
                <a:spcPts val="0"/>
              </a:spcAft>
              <a:buClr>
                <a:schemeClr val="dk1"/>
              </a:buClr>
              <a:buSzPts val="2000"/>
              <a:buFont typeface="Arial"/>
              <a:buNone/>
              <a:defRPr sz="2300" b="1" i="0" u="none" strike="noStrike" cap="none">
                <a:solidFill>
                  <a:schemeClr val="dk1"/>
                </a:solidFill>
                <a:latin typeface="Calibri"/>
                <a:ea typeface="Calibri"/>
                <a:cs typeface="Calibri"/>
                <a:sym typeface="Calibri"/>
              </a:defRPr>
            </a:lvl2pPr>
            <a:lvl3pPr marL="1609298" marR="0" lvl="2" indent="-268216" algn="l" rtl="0">
              <a:lnSpc>
                <a:spcPct val="90000"/>
              </a:lnSpc>
              <a:spcBef>
                <a:spcPts val="587"/>
              </a:spcBef>
              <a:spcAft>
                <a:spcPts val="0"/>
              </a:spcAft>
              <a:buClr>
                <a:schemeClr val="dk1"/>
              </a:buClr>
              <a:buSzPts val="1800"/>
              <a:buFont typeface="Arial"/>
              <a:buNone/>
              <a:defRPr sz="2100" b="1" i="0" u="none" strike="noStrike" cap="none">
                <a:solidFill>
                  <a:schemeClr val="dk1"/>
                </a:solidFill>
                <a:latin typeface="Calibri"/>
                <a:ea typeface="Calibri"/>
                <a:cs typeface="Calibri"/>
                <a:sym typeface="Calibri"/>
              </a:defRPr>
            </a:lvl3pPr>
            <a:lvl4pPr marL="2145731" marR="0" lvl="3" indent="-268216" algn="l" rtl="0">
              <a:lnSpc>
                <a:spcPct val="90000"/>
              </a:lnSpc>
              <a:spcBef>
                <a:spcPts val="587"/>
              </a:spcBef>
              <a:spcAft>
                <a:spcPts val="0"/>
              </a:spcAft>
              <a:buClr>
                <a:schemeClr val="dk1"/>
              </a:buClr>
              <a:buSzPts val="1600"/>
              <a:buFont typeface="Arial"/>
              <a:buNone/>
              <a:defRPr sz="1900" b="1" i="0" u="none" strike="noStrike" cap="none">
                <a:solidFill>
                  <a:schemeClr val="dk1"/>
                </a:solidFill>
                <a:latin typeface="Calibri"/>
                <a:ea typeface="Calibri"/>
                <a:cs typeface="Calibri"/>
                <a:sym typeface="Calibri"/>
              </a:defRPr>
            </a:lvl4pPr>
            <a:lvl5pPr marL="2682164" marR="0" lvl="4" indent="-268216" algn="l" rtl="0">
              <a:lnSpc>
                <a:spcPct val="90000"/>
              </a:lnSpc>
              <a:spcBef>
                <a:spcPts val="587"/>
              </a:spcBef>
              <a:spcAft>
                <a:spcPts val="0"/>
              </a:spcAft>
              <a:buClr>
                <a:schemeClr val="dk1"/>
              </a:buClr>
              <a:buSzPts val="1600"/>
              <a:buFont typeface="Arial"/>
              <a:buNone/>
              <a:defRPr sz="1900" b="1" i="0" u="none" strike="noStrike" cap="none">
                <a:solidFill>
                  <a:schemeClr val="dk1"/>
                </a:solidFill>
                <a:latin typeface="Calibri"/>
                <a:ea typeface="Calibri"/>
                <a:cs typeface="Calibri"/>
                <a:sym typeface="Calibri"/>
              </a:defRPr>
            </a:lvl5pPr>
            <a:lvl6pPr marL="3218597" marR="0" lvl="5" indent="-268216" algn="l" rtl="0">
              <a:lnSpc>
                <a:spcPct val="90000"/>
              </a:lnSpc>
              <a:spcBef>
                <a:spcPts val="587"/>
              </a:spcBef>
              <a:spcAft>
                <a:spcPts val="0"/>
              </a:spcAft>
              <a:buClr>
                <a:schemeClr val="dk1"/>
              </a:buClr>
              <a:buSzPts val="1600"/>
              <a:buFont typeface="Arial"/>
              <a:buNone/>
              <a:defRPr sz="1900" b="1" i="0" u="none" strike="noStrike" cap="none">
                <a:solidFill>
                  <a:schemeClr val="dk1"/>
                </a:solidFill>
                <a:latin typeface="Calibri"/>
                <a:ea typeface="Calibri"/>
                <a:cs typeface="Calibri"/>
                <a:sym typeface="Calibri"/>
              </a:defRPr>
            </a:lvl6pPr>
            <a:lvl7pPr marL="3755029" marR="0" lvl="6" indent="-268216" algn="l" rtl="0">
              <a:lnSpc>
                <a:spcPct val="90000"/>
              </a:lnSpc>
              <a:spcBef>
                <a:spcPts val="587"/>
              </a:spcBef>
              <a:spcAft>
                <a:spcPts val="0"/>
              </a:spcAft>
              <a:buClr>
                <a:schemeClr val="dk1"/>
              </a:buClr>
              <a:buSzPts val="1600"/>
              <a:buFont typeface="Arial"/>
              <a:buNone/>
              <a:defRPr sz="1900" b="1" i="0" u="none" strike="noStrike" cap="none">
                <a:solidFill>
                  <a:schemeClr val="dk1"/>
                </a:solidFill>
                <a:latin typeface="Calibri"/>
                <a:ea typeface="Calibri"/>
                <a:cs typeface="Calibri"/>
                <a:sym typeface="Calibri"/>
              </a:defRPr>
            </a:lvl7pPr>
            <a:lvl8pPr marL="4291462" marR="0" lvl="7" indent="-268216" algn="l" rtl="0">
              <a:lnSpc>
                <a:spcPct val="90000"/>
              </a:lnSpc>
              <a:spcBef>
                <a:spcPts val="587"/>
              </a:spcBef>
              <a:spcAft>
                <a:spcPts val="0"/>
              </a:spcAft>
              <a:buClr>
                <a:schemeClr val="dk1"/>
              </a:buClr>
              <a:buSzPts val="1600"/>
              <a:buFont typeface="Arial"/>
              <a:buNone/>
              <a:defRPr sz="1900" b="1" i="0" u="none" strike="noStrike" cap="none">
                <a:solidFill>
                  <a:schemeClr val="dk1"/>
                </a:solidFill>
                <a:latin typeface="Calibri"/>
                <a:ea typeface="Calibri"/>
                <a:cs typeface="Calibri"/>
                <a:sym typeface="Calibri"/>
              </a:defRPr>
            </a:lvl8pPr>
            <a:lvl9pPr marL="4827895" marR="0" lvl="8" indent="-268216" algn="l" rtl="0">
              <a:lnSpc>
                <a:spcPct val="90000"/>
              </a:lnSpc>
              <a:spcBef>
                <a:spcPts val="587"/>
              </a:spcBef>
              <a:spcAft>
                <a:spcPts val="0"/>
              </a:spcAft>
              <a:buClr>
                <a:schemeClr val="dk1"/>
              </a:buClr>
              <a:buSzPts val="1600"/>
              <a:buFont typeface="Arial"/>
              <a:buNone/>
              <a:defRPr sz="1900" b="1" i="0" u="none" strike="noStrike" cap="none">
                <a:solidFill>
                  <a:schemeClr val="dk1"/>
                </a:solidFill>
                <a:latin typeface="Calibri"/>
                <a:ea typeface="Calibri"/>
                <a:cs typeface="Calibri"/>
                <a:sym typeface="Calibri"/>
              </a:defRPr>
            </a:lvl9pPr>
          </a:lstStyle>
          <a:p>
            <a:pPr lvl="0"/>
            <a:r>
              <a:rPr lang="en-US" smtClean="0"/>
              <a:t>Click to edit Master text styles</a:t>
            </a:r>
          </a:p>
        </p:txBody>
      </p:sp>
      <p:sp>
        <p:nvSpPr>
          <p:cNvPr id="54" name="Google Shape;54;p71"/>
          <p:cNvSpPr txBox="1">
            <a:spLocks noGrp="1"/>
          </p:cNvSpPr>
          <p:nvPr>
            <p:ph type="body" idx="4"/>
          </p:nvPr>
        </p:nvSpPr>
        <p:spPr>
          <a:xfrm>
            <a:off x="5014914" y="2505075"/>
            <a:ext cx="4211340" cy="3684588"/>
          </a:xfrm>
          <a:prstGeom prst="rect">
            <a:avLst/>
          </a:prstGeom>
          <a:noFill/>
          <a:ln>
            <a:noFill/>
          </a:ln>
        </p:spPr>
        <p:txBody>
          <a:bodyPr spcFirstLastPara="1" wrap="square" lIns="107269" tIns="53620" rIns="107269" bIns="53620" anchor="t" anchorCtr="0">
            <a:noAutofit/>
          </a:bodyPr>
          <a:lstStyle>
            <a:lvl1pPr marL="536433" marR="0" lvl="0" indent="-476829" algn="l" rtl="0">
              <a:lnSpc>
                <a:spcPct val="90000"/>
              </a:lnSpc>
              <a:spcBef>
                <a:spcPts val="1173"/>
              </a:spcBef>
              <a:spcAft>
                <a:spcPts val="0"/>
              </a:spcAft>
              <a:buClr>
                <a:schemeClr val="dk1"/>
              </a:buClr>
              <a:buSzPts val="2800"/>
              <a:buFont typeface="Arial"/>
              <a:buChar char="•"/>
              <a:defRPr sz="3300" b="0" i="0" u="none" strike="noStrike" cap="none">
                <a:solidFill>
                  <a:schemeClr val="dk1"/>
                </a:solidFill>
                <a:latin typeface="Calibri"/>
                <a:ea typeface="Calibri"/>
                <a:cs typeface="Calibri"/>
                <a:sym typeface="Calibri"/>
              </a:defRPr>
            </a:lvl1pPr>
            <a:lvl2pPr marL="1072866" marR="0" lvl="1" indent="-447027" algn="l" rtl="0">
              <a:lnSpc>
                <a:spcPct val="90000"/>
              </a:lnSpc>
              <a:spcBef>
                <a:spcPts val="587"/>
              </a:spcBef>
              <a:spcAft>
                <a:spcPts val="0"/>
              </a:spcAft>
              <a:buClr>
                <a:schemeClr val="dk1"/>
              </a:buClr>
              <a:buSzPts val="2400"/>
              <a:buFont typeface="Arial"/>
              <a:buChar char="•"/>
              <a:defRPr sz="2800" b="0" i="0" u="none" strike="noStrike" cap="none">
                <a:solidFill>
                  <a:schemeClr val="dk1"/>
                </a:solidFill>
                <a:latin typeface="Calibri"/>
                <a:ea typeface="Calibri"/>
                <a:cs typeface="Calibri"/>
                <a:sym typeface="Calibri"/>
              </a:defRPr>
            </a:lvl2pPr>
            <a:lvl3pPr marL="1609298" marR="0" lvl="2" indent="-417225" algn="l" rtl="0">
              <a:lnSpc>
                <a:spcPct val="90000"/>
              </a:lnSpc>
              <a:spcBef>
                <a:spcPts val="587"/>
              </a:spcBef>
              <a:spcAft>
                <a:spcPts val="0"/>
              </a:spcAft>
              <a:buClr>
                <a:schemeClr val="dk1"/>
              </a:buClr>
              <a:buSzPts val="2000"/>
              <a:buFont typeface="Arial"/>
              <a:buChar char="•"/>
              <a:defRPr sz="2300" b="0" i="0" u="none" strike="noStrike" cap="none">
                <a:solidFill>
                  <a:schemeClr val="dk1"/>
                </a:solidFill>
                <a:latin typeface="Calibri"/>
                <a:ea typeface="Calibri"/>
                <a:cs typeface="Calibri"/>
                <a:sym typeface="Calibri"/>
              </a:defRPr>
            </a:lvl3pPr>
            <a:lvl4pPr marL="2145731" marR="0" lvl="3"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4pPr>
            <a:lvl5pPr marL="2682164" marR="0" lvl="4"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5pPr>
            <a:lvl6pPr marL="3218597" marR="0" lvl="5"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6pPr>
            <a:lvl7pPr marL="3755029" marR="0" lvl="6"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7pPr>
            <a:lvl8pPr marL="4291462" marR="0" lvl="7"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8pPr>
            <a:lvl9pPr marL="4827895" marR="0" lvl="8"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9pPr>
          </a:lstStyle>
          <a:p>
            <a:pPr lvl="0"/>
            <a:r>
              <a:rPr lang="en-US" smtClean="0"/>
              <a:t>Click to edit Master text styles</a:t>
            </a:r>
          </a:p>
        </p:txBody>
      </p:sp>
      <p:sp>
        <p:nvSpPr>
          <p:cNvPr id="55" name="Google Shape;55;p71"/>
          <p:cNvSpPr txBox="1">
            <a:spLocks noGrp="1"/>
          </p:cNvSpPr>
          <p:nvPr>
            <p:ph type="dt" idx="10"/>
          </p:nvPr>
        </p:nvSpPr>
        <p:spPr>
          <a:xfrm>
            <a:off x="681038" y="6356352"/>
            <a:ext cx="2228850" cy="365125"/>
          </a:xfrm>
          <a:prstGeom prst="rect">
            <a:avLst/>
          </a:prstGeom>
          <a:noFill/>
          <a:ln>
            <a:noFill/>
          </a:ln>
        </p:spPr>
        <p:txBody>
          <a:bodyPr spcFirstLastPara="1" wrap="square" lIns="107269" tIns="53620" rIns="107269" bIns="53620" anchor="t" anchorCtr="0">
            <a:noAutofit/>
          </a:bodyPr>
          <a:lstStyle>
            <a:lvl1pPr marR="0" lvl="0"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9pPr>
          </a:lstStyle>
          <a:p>
            <a:fld id="{D3A6FD30-5FB3-45E7-B180-7AE62E724E7F}" type="datetimeFigureOut">
              <a:rPr lang="en-US" smtClean="0"/>
              <a:t>3/3/2023</a:t>
            </a:fld>
            <a:endParaRPr lang="en-US"/>
          </a:p>
        </p:txBody>
      </p:sp>
      <p:sp>
        <p:nvSpPr>
          <p:cNvPr id="56" name="Google Shape;56;p71"/>
          <p:cNvSpPr txBox="1">
            <a:spLocks noGrp="1"/>
          </p:cNvSpPr>
          <p:nvPr>
            <p:ph type="ftr" idx="11"/>
          </p:nvPr>
        </p:nvSpPr>
        <p:spPr>
          <a:xfrm>
            <a:off x="3281363" y="6356352"/>
            <a:ext cx="3343275" cy="365125"/>
          </a:xfrm>
          <a:prstGeom prst="rect">
            <a:avLst/>
          </a:prstGeom>
          <a:noFill/>
          <a:ln>
            <a:noFill/>
          </a:ln>
        </p:spPr>
        <p:txBody>
          <a:bodyPr spcFirstLastPara="1" wrap="square" lIns="107269" tIns="53620" rIns="107269" bIns="53620" anchor="t" anchorCtr="0">
            <a:noAutofit/>
          </a:bodyPr>
          <a:lstStyle>
            <a:lvl1pPr marR="0" lvl="0"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9pPr>
          </a:lstStyle>
          <a:p>
            <a:endParaRPr lang="en-US"/>
          </a:p>
        </p:txBody>
      </p:sp>
      <p:sp>
        <p:nvSpPr>
          <p:cNvPr id="57" name="Google Shape;57;p71"/>
          <p:cNvSpPr txBox="1">
            <a:spLocks noGrp="1"/>
          </p:cNvSpPr>
          <p:nvPr>
            <p:ph type="sldNum" idx="12"/>
          </p:nvPr>
        </p:nvSpPr>
        <p:spPr>
          <a:xfrm>
            <a:off x="6996113" y="6356352"/>
            <a:ext cx="2228850" cy="365125"/>
          </a:xfrm>
          <a:prstGeom prst="rect">
            <a:avLst/>
          </a:prstGeom>
          <a:noFill/>
          <a:ln>
            <a:noFill/>
          </a:ln>
        </p:spPr>
        <p:txBody>
          <a:bodyPr spcFirstLastPara="1" wrap="square" lIns="107269" tIns="53620" rIns="107269" bIns="53620" anchor="t" anchorCtr="0">
            <a:noAutofit/>
          </a:bodyPr>
          <a:lstStyle>
            <a:lvl1pPr marL="0" marR="0" lvl="0"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9pPr>
          </a:lstStyle>
          <a:p>
            <a:fld id="{3B2880C7-68A3-4510-9A1B-DEA1DC53696F}" type="slidenum">
              <a:rPr lang="en-US" smtClean="0"/>
              <a:t>‹#›</a:t>
            </a:fld>
            <a:endParaRPr lang="en-US"/>
          </a:p>
        </p:txBody>
      </p:sp>
    </p:spTree>
    <p:extLst>
      <p:ext uri="{BB962C8B-B14F-4D97-AF65-F5344CB8AC3E}">
        <p14:creationId xmlns:p14="http://schemas.microsoft.com/office/powerpoint/2010/main" val="40836831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63"/>
        <p:cNvGrpSpPr/>
        <p:nvPr/>
      </p:nvGrpSpPr>
      <p:grpSpPr>
        <a:xfrm>
          <a:off x="0" y="0"/>
          <a:ext cx="0" cy="0"/>
          <a:chOff x="0" y="0"/>
          <a:chExt cx="0" cy="0"/>
        </a:xfrm>
      </p:grpSpPr>
      <p:sp>
        <p:nvSpPr>
          <p:cNvPr id="64" name="Google Shape;64;p73"/>
          <p:cNvSpPr txBox="1">
            <a:spLocks noGrp="1"/>
          </p:cNvSpPr>
          <p:nvPr>
            <p:ph type="title"/>
          </p:nvPr>
        </p:nvSpPr>
        <p:spPr>
          <a:xfrm>
            <a:off x="682328" y="457200"/>
            <a:ext cx="3194943" cy="1600200"/>
          </a:xfrm>
          <a:prstGeom prst="rect">
            <a:avLst/>
          </a:prstGeom>
          <a:noFill/>
          <a:ln>
            <a:noFill/>
          </a:ln>
        </p:spPr>
        <p:txBody>
          <a:bodyPr spcFirstLastPara="1" wrap="square" lIns="107269" tIns="53620" rIns="107269" bIns="53620" anchor="b" anchorCtr="0">
            <a:noAutofit/>
          </a:bodyPr>
          <a:lstStyle>
            <a:lvl1pPr marR="0" lvl="0" algn="l" rtl="0">
              <a:lnSpc>
                <a:spcPct val="90000"/>
              </a:lnSpc>
              <a:spcBef>
                <a:spcPts val="0"/>
              </a:spcBef>
              <a:spcAft>
                <a:spcPts val="0"/>
              </a:spcAft>
              <a:buClr>
                <a:schemeClr val="dk1"/>
              </a:buClr>
              <a:buSzPts val="3200"/>
              <a:buFont typeface="Calibri"/>
              <a:buNone/>
              <a:defRPr sz="3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9pPr>
          </a:lstStyle>
          <a:p>
            <a:r>
              <a:rPr lang="en-US" smtClean="0"/>
              <a:t>Click to edit Master title style</a:t>
            </a:r>
            <a:endParaRPr/>
          </a:p>
        </p:txBody>
      </p:sp>
      <p:sp>
        <p:nvSpPr>
          <p:cNvPr id="65" name="Google Shape;65;p73"/>
          <p:cNvSpPr txBox="1">
            <a:spLocks noGrp="1"/>
          </p:cNvSpPr>
          <p:nvPr>
            <p:ph type="body" idx="1"/>
          </p:nvPr>
        </p:nvSpPr>
        <p:spPr>
          <a:xfrm>
            <a:off x="4211340" y="987428"/>
            <a:ext cx="5014913" cy="4873625"/>
          </a:xfrm>
          <a:prstGeom prst="rect">
            <a:avLst/>
          </a:prstGeom>
          <a:noFill/>
          <a:ln>
            <a:noFill/>
          </a:ln>
        </p:spPr>
        <p:txBody>
          <a:bodyPr spcFirstLastPara="1" wrap="square" lIns="107269" tIns="53620" rIns="107269" bIns="53620" anchor="t" anchorCtr="0">
            <a:noAutofit/>
          </a:bodyPr>
          <a:lstStyle>
            <a:lvl1pPr marL="536433" marR="0" lvl="0" indent="-506631" algn="l" rtl="0">
              <a:lnSpc>
                <a:spcPct val="90000"/>
              </a:lnSpc>
              <a:spcBef>
                <a:spcPts val="1173"/>
              </a:spcBef>
              <a:spcAft>
                <a:spcPts val="0"/>
              </a:spcAft>
              <a:buClr>
                <a:schemeClr val="dk1"/>
              </a:buClr>
              <a:buSzPts val="3200"/>
              <a:buFont typeface="Arial"/>
              <a:buChar char="•"/>
              <a:defRPr sz="3800" b="0" i="0" u="none" strike="noStrike" cap="none">
                <a:solidFill>
                  <a:schemeClr val="dk1"/>
                </a:solidFill>
                <a:latin typeface="Calibri"/>
                <a:ea typeface="Calibri"/>
                <a:cs typeface="Calibri"/>
                <a:sym typeface="Calibri"/>
              </a:defRPr>
            </a:lvl1pPr>
            <a:lvl2pPr marL="1072866" marR="0" lvl="1" indent="-476829" algn="l" rtl="0">
              <a:lnSpc>
                <a:spcPct val="90000"/>
              </a:lnSpc>
              <a:spcBef>
                <a:spcPts val="587"/>
              </a:spcBef>
              <a:spcAft>
                <a:spcPts val="0"/>
              </a:spcAft>
              <a:buClr>
                <a:schemeClr val="dk1"/>
              </a:buClr>
              <a:buSzPts val="2800"/>
              <a:buFont typeface="Arial"/>
              <a:buChar char="•"/>
              <a:defRPr sz="3300" b="0" i="0" u="none" strike="noStrike" cap="none">
                <a:solidFill>
                  <a:schemeClr val="dk1"/>
                </a:solidFill>
                <a:latin typeface="Calibri"/>
                <a:ea typeface="Calibri"/>
                <a:cs typeface="Calibri"/>
                <a:sym typeface="Calibri"/>
              </a:defRPr>
            </a:lvl2pPr>
            <a:lvl3pPr marL="1609298" marR="0" lvl="2" indent="-447027" algn="l" rtl="0">
              <a:lnSpc>
                <a:spcPct val="90000"/>
              </a:lnSpc>
              <a:spcBef>
                <a:spcPts val="587"/>
              </a:spcBef>
              <a:spcAft>
                <a:spcPts val="0"/>
              </a:spcAft>
              <a:buClr>
                <a:schemeClr val="dk1"/>
              </a:buClr>
              <a:buSzPts val="2400"/>
              <a:buFont typeface="Arial"/>
              <a:buChar char="•"/>
              <a:defRPr sz="2800" b="0" i="0" u="none" strike="noStrike" cap="none">
                <a:solidFill>
                  <a:schemeClr val="dk1"/>
                </a:solidFill>
                <a:latin typeface="Calibri"/>
                <a:ea typeface="Calibri"/>
                <a:cs typeface="Calibri"/>
                <a:sym typeface="Calibri"/>
              </a:defRPr>
            </a:lvl3pPr>
            <a:lvl4pPr marL="2145731" marR="0" lvl="3" indent="-417225" algn="l" rtl="0">
              <a:lnSpc>
                <a:spcPct val="90000"/>
              </a:lnSpc>
              <a:spcBef>
                <a:spcPts val="587"/>
              </a:spcBef>
              <a:spcAft>
                <a:spcPts val="0"/>
              </a:spcAft>
              <a:buClr>
                <a:schemeClr val="dk1"/>
              </a:buClr>
              <a:buSzPts val="2000"/>
              <a:buFont typeface="Arial"/>
              <a:buChar char="•"/>
              <a:defRPr sz="2300" b="0" i="0" u="none" strike="noStrike" cap="none">
                <a:solidFill>
                  <a:schemeClr val="dk1"/>
                </a:solidFill>
                <a:latin typeface="Calibri"/>
                <a:ea typeface="Calibri"/>
                <a:cs typeface="Calibri"/>
                <a:sym typeface="Calibri"/>
              </a:defRPr>
            </a:lvl4pPr>
            <a:lvl5pPr marL="2682164" marR="0" lvl="4" indent="-417225" algn="l" rtl="0">
              <a:lnSpc>
                <a:spcPct val="90000"/>
              </a:lnSpc>
              <a:spcBef>
                <a:spcPts val="587"/>
              </a:spcBef>
              <a:spcAft>
                <a:spcPts val="0"/>
              </a:spcAft>
              <a:buClr>
                <a:schemeClr val="dk1"/>
              </a:buClr>
              <a:buSzPts val="2000"/>
              <a:buFont typeface="Arial"/>
              <a:buChar char="•"/>
              <a:defRPr sz="2300" b="0" i="0" u="none" strike="noStrike" cap="none">
                <a:solidFill>
                  <a:schemeClr val="dk1"/>
                </a:solidFill>
                <a:latin typeface="Calibri"/>
                <a:ea typeface="Calibri"/>
                <a:cs typeface="Calibri"/>
                <a:sym typeface="Calibri"/>
              </a:defRPr>
            </a:lvl5pPr>
            <a:lvl6pPr marL="3218597" marR="0" lvl="5" indent="-417225" algn="l" rtl="0">
              <a:lnSpc>
                <a:spcPct val="90000"/>
              </a:lnSpc>
              <a:spcBef>
                <a:spcPts val="587"/>
              </a:spcBef>
              <a:spcAft>
                <a:spcPts val="0"/>
              </a:spcAft>
              <a:buClr>
                <a:schemeClr val="dk1"/>
              </a:buClr>
              <a:buSzPts val="2000"/>
              <a:buFont typeface="Arial"/>
              <a:buChar char="•"/>
              <a:defRPr sz="2300" b="0" i="0" u="none" strike="noStrike" cap="none">
                <a:solidFill>
                  <a:schemeClr val="dk1"/>
                </a:solidFill>
                <a:latin typeface="Calibri"/>
                <a:ea typeface="Calibri"/>
                <a:cs typeface="Calibri"/>
                <a:sym typeface="Calibri"/>
              </a:defRPr>
            </a:lvl6pPr>
            <a:lvl7pPr marL="3755029" marR="0" lvl="6" indent="-417225" algn="l" rtl="0">
              <a:lnSpc>
                <a:spcPct val="90000"/>
              </a:lnSpc>
              <a:spcBef>
                <a:spcPts val="587"/>
              </a:spcBef>
              <a:spcAft>
                <a:spcPts val="0"/>
              </a:spcAft>
              <a:buClr>
                <a:schemeClr val="dk1"/>
              </a:buClr>
              <a:buSzPts val="2000"/>
              <a:buFont typeface="Arial"/>
              <a:buChar char="•"/>
              <a:defRPr sz="2300" b="0" i="0" u="none" strike="noStrike" cap="none">
                <a:solidFill>
                  <a:schemeClr val="dk1"/>
                </a:solidFill>
                <a:latin typeface="Calibri"/>
                <a:ea typeface="Calibri"/>
                <a:cs typeface="Calibri"/>
                <a:sym typeface="Calibri"/>
              </a:defRPr>
            </a:lvl7pPr>
            <a:lvl8pPr marL="4291462" marR="0" lvl="7" indent="-417225" algn="l" rtl="0">
              <a:lnSpc>
                <a:spcPct val="90000"/>
              </a:lnSpc>
              <a:spcBef>
                <a:spcPts val="587"/>
              </a:spcBef>
              <a:spcAft>
                <a:spcPts val="0"/>
              </a:spcAft>
              <a:buClr>
                <a:schemeClr val="dk1"/>
              </a:buClr>
              <a:buSzPts val="2000"/>
              <a:buFont typeface="Arial"/>
              <a:buChar char="•"/>
              <a:defRPr sz="2300" b="0" i="0" u="none" strike="noStrike" cap="none">
                <a:solidFill>
                  <a:schemeClr val="dk1"/>
                </a:solidFill>
                <a:latin typeface="Calibri"/>
                <a:ea typeface="Calibri"/>
                <a:cs typeface="Calibri"/>
                <a:sym typeface="Calibri"/>
              </a:defRPr>
            </a:lvl8pPr>
            <a:lvl9pPr marL="4827895" marR="0" lvl="8" indent="-417225" algn="l" rtl="0">
              <a:lnSpc>
                <a:spcPct val="90000"/>
              </a:lnSpc>
              <a:spcBef>
                <a:spcPts val="587"/>
              </a:spcBef>
              <a:spcAft>
                <a:spcPts val="0"/>
              </a:spcAft>
              <a:buClr>
                <a:schemeClr val="dk1"/>
              </a:buClr>
              <a:buSzPts val="2000"/>
              <a:buFont typeface="Arial"/>
              <a:buChar char="•"/>
              <a:defRPr sz="2300" b="0" i="0" u="none" strike="noStrike" cap="none">
                <a:solidFill>
                  <a:schemeClr val="dk1"/>
                </a:solidFill>
                <a:latin typeface="Calibri"/>
                <a:ea typeface="Calibri"/>
                <a:cs typeface="Calibri"/>
                <a:sym typeface="Calibri"/>
              </a:defRPr>
            </a:lvl9pPr>
          </a:lstStyle>
          <a:p>
            <a:pPr lvl="0"/>
            <a:r>
              <a:rPr lang="en-US" smtClean="0"/>
              <a:t>Click to edit Master text styles</a:t>
            </a:r>
          </a:p>
        </p:txBody>
      </p:sp>
      <p:sp>
        <p:nvSpPr>
          <p:cNvPr id="66" name="Google Shape;66;p73"/>
          <p:cNvSpPr txBox="1">
            <a:spLocks noGrp="1"/>
          </p:cNvSpPr>
          <p:nvPr>
            <p:ph type="body" idx="2"/>
          </p:nvPr>
        </p:nvSpPr>
        <p:spPr>
          <a:xfrm>
            <a:off x="682328" y="2057401"/>
            <a:ext cx="3194943" cy="3811588"/>
          </a:xfrm>
          <a:prstGeom prst="rect">
            <a:avLst/>
          </a:prstGeom>
          <a:noFill/>
          <a:ln>
            <a:noFill/>
          </a:ln>
        </p:spPr>
        <p:txBody>
          <a:bodyPr spcFirstLastPara="1" wrap="square" lIns="107269" tIns="53620" rIns="107269" bIns="53620" anchor="t" anchorCtr="0">
            <a:noAutofit/>
          </a:bodyPr>
          <a:lstStyle>
            <a:lvl1pPr marL="536433" marR="0" lvl="0" indent="-268216" algn="l" rtl="0">
              <a:lnSpc>
                <a:spcPct val="90000"/>
              </a:lnSpc>
              <a:spcBef>
                <a:spcPts val="1173"/>
              </a:spcBef>
              <a:spcAft>
                <a:spcPts val="0"/>
              </a:spcAft>
              <a:buClr>
                <a:schemeClr val="dk1"/>
              </a:buClr>
              <a:buSzPts val="1600"/>
              <a:buFont typeface="Arial"/>
              <a:buNone/>
              <a:defRPr sz="1900" b="0" i="0" u="none" strike="noStrike" cap="none">
                <a:solidFill>
                  <a:schemeClr val="dk1"/>
                </a:solidFill>
                <a:latin typeface="Calibri"/>
                <a:ea typeface="Calibri"/>
                <a:cs typeface="Calibri"/>
                <a:sym typeface="Calibri"/>
              </a:defRPr>
            </a:lvl1pPr>
            <a:lvl2pPr marL="1072866" marR="0" lvl="1" indent="-268216" algn="l" rtl="0">
              <a:lnSpc>
                <a:spcPct val="90000"/>
              </a:lnSpc>
              <a:spcBef>
                <a:spcPts val="587"/>
              </a:spcBef>
              <a:spcAft>
                <a:spcPts val="0"/>
              </a:spcAft>
              <a:buClr>
                <a:schemeClr val="dk1"/>
              </a:buClr>
              <a:buSzPts val="1400"/>
              <a:buFont typeface="Arial"/>
              <a:buNone/>
              <a:defRPr sz="1600" b="0" i="0" u="none" strike="noStrike" cap="none">
                <a:solidFill>
                  <a:schemeClr val="dk1"/>
                </a:solidFill>
                <a:latin typeface="Calibri"/>
                <a:ea typeface="Calibri"/>
                <a:cs typeface="Calibri"/>
                <a:sym typeface="Calibri"/>
              </a:defRPr>
            </a:lvl2pPr>
            <a:lvl3pPr marL="1609298" marR="0" lvl="2" indent="-268216" algn="l" rtl="0">
              <a:lnSpc>
                <a:spcPct val="90000"/>
              </a:lnSpc>
              <a:spcBef>
                <a:spcPts val="587"/>
              </a:spcBef>
              <a:spcAft>
                <a:spcPts val="0"/>
              </a:spcAft>
              <a:buClr>
                <a:schemeClr val="dk1"/>
              </a:buClr>
              <a:buSzPts val="1200"/>
              <a:buFont typeface="Arial"/>
              <a:buNone/>
              <a:defRPr sz="1400" b="0" i="0" u="none" strike="noStrike" cap="none">
                <a:solidFill>
                  <a:schemeClr val="dk1"/>
                </a:solidFill>
                <a:latin typeface="Calibri"/>
                <a:ea typeface="Calibri"/>
                <a:cs typeface="Calibri"/>
                <a:sym typeface="Calibri"/>
              </a:defRPr>
            </a:lvl3pPr>
            <a:lvl4pPr marL="2145731" marR="0" lvl="3" indent="-268216" algn="l" rtl="0">
              <a:lnSpc>
                <a:spcPct val="90000"/>
              </a:lnSpc>
              <a:spcBef>
                <a:spcPts val="587"/>
              </a:spcBef>
              <a:spcAft>
                <a:spcPts val="0"/>
              </a:spcAft>
              <a:buClr>
                <a:schemeClr val="dk1"/>
              </a:buClr>
              <a:buSzPts val="1000"/>
              <a:buFont typeface="Arial"/>
              <a:buNone/>
              <a:defRPr sz="1200" b="0" i="0" u="none" strike="noStrike" cap="none">
                <a:solidFill>
                  <a:schemeClr val="dk1"/>
                </a:solidFill>
                <a:latin typeface="Calibri"/>
                <a:ea typeface="Calibri"/>
                <a:cs typeface="Calibri"/>
                <a:sym typeface="Calibri"/>
              </a:defRPr>
            </a:lvl4pPr>
            <a:lvl5pPr marL="2682164" marR="0" lvl="4" indent="-268216" algn="l" rtl="0">
              <a:lnSpc>
                <a:spcPct val="90000"/>
              </a:lnSpc>
              <a:spcBef>
                <a:spcPts val="587"/>
              </a:spcBef>
              <a:spcAft>
                <a:spcPts val="0"/>
              </a:spcAft>
              <a:buClr>
                <a:schemeClr val="dk1"/>
              </a:buClr>
              <a:buSzPts val="1000"/>
              <a:buFont typeface="Arial"/>
              <a:buNone/>
              <a:defRPr sz="1200" b="0" i="0" u="none" strike="noStrike" cap="none">
                <a:solidFill>
                  <a:schemeClr val="dk1"/>
                </a:solidFill>
                <a:latin typeface="Calibri"/>
                <a:ea typeface="Calibri"/>
                <a:cs typeface="Calibri"/>
                <a:sym typeface="Calibri"/>
              </a:defRPr>
            </a:lvl5pPr>
            <a:lvl6pPr marL="3218597" marR="0" lvl="5" indent="-268216" algn="l" rtl="0">
              <a:lnSpc>
                <a:spcPct val="90000"/>
              </a:lnSpc>
              <a:spcBef>
                <a:spcPts val="587"/>
              </a:spcBef>
              <a:spcAft>
                <a:spcPts val="0"/>
              </a:spcAft>
              <a:buClr>
                <a:schemeClr val="dk1"/>
              </a:buClr>
              <a:buSzPts val="1000"/>
              <a:buFont typeface="Arial"/>
              <a:buNone/>
              <a:defRPr sz="1200" b="0" i="0" u="none" strike="noStrike" cap="none">
                <a:solidFill>
                  <a:schemeClr val="dk1"/>
                </a:solidFill>
                <a:latin typeface="Calibri"/>
                <a:ea typeface="Calibri"/>
                <a:cs typeface="Calibri"/>
                <a:sym typeface="Calibri"/>
              </a:defRPr>
            </a:lvl6pPr>
            <a:lvl7pPr marL="3755029" marR="0" lvl="6" indent="-268216" algn="l" rtl="0">
              <a:lnSpc>
                <a:spcPct val="90000"/>
              </a:lnSpc>
              <a:spcBef>
                <a:spcPts val="587"/>
              </a:spcBef>
              <a:spcAft>
                <a:spcPts val="0"/>
              </a:spcAft>
              <a:buClr>
                <a:schemeClr val="dk1"/>
              </a:buClr>
              <a:buSzPts val="1000"/>
              <a:buFont typeface="Arial"/>
              <a:buNone/>
              <a:defRPr sz="1200" b="0" i="0" u="none" strike="noStrike" cap="none">
                <a:solidFill>
                  <a:schemeClr val="dk1"/>
                </a:solidFill>
                <a:latin typeface="Calibri"/>
                <a:ea typeface="Calibri"/>
                <a:cs typeface="Calibri"/>
                <a:sym typeface="Calibri"/>
              </a:defRPr>
            </a:lvl7pPr>
            <a:lvl8pPr marL="4291462" marR="0" lvl="7" indent="-268216" algn="l" rtl="0">
              <a:lnSpc>
                <a:spcPct val="90000"/>
              </a:lnSpc>
              <a:spcBef>
                <a:spcPts val="587"/>
              </a:spcBef>
              <a:spcAft>
                <a:spcPts val="0"/>
              </a:spcAft>
              <a:buClr>
                <a:schemeClr val="dk1"/>
              </a:buClr>
              <a:buSzPts val="1000"/>
              <a:buFont typeface="Arial"/>
              <a:buNone/>
              <a:defRPr sz="1200" b="0" i="0" u="none" strike="noStrike" cap="none">
                <a:solidFill>
                  <a:schemeClr val="dk1"/>
                </a:solidFill>
                <a:latin typeface="Calibri"/>
                <a:ea typeface="Calibri"/>
                <a:cs typeface="Calibri"/>
                <a:sym typeface="Calibri"/>
              </a:defRPr>
            </a:lvl8pPr>
            <a:lvl9pPr marL="4827895" marR="0" lvl="8" indent="-268216" algn="l" rtl="0">
              <a:lnSpc>
                <a:spcPct val="90000"/>
              </a:lnSpc>
              <a:spcBef>
                <a:spcPts val="587"/>
              </a:spcBef>
              <a:spcAft>
                <a:spcPts val="0"/>
              </a:spcAft>
              <a:buClr>
                <a:schemeClr val="dk1"/>
              </a:buClr>
              <a:buSzPts val="1000"/>
              <a:buFont typeface="Arial"/>
              <a:buNone/>
              <a:defRPr sz="1200" b="0" i="0" u="none" strike="noStrike" cap="none">
                <a:solidFill>
                  <a:schemeClr val="dk1"/>
                </a:solidFill>
                <a:latin typeface="Calibri"/>
                <a:ea typeface="Calibri"/>
                <a:cs typeface="Calibri"/>
                <a:sym typeface="Calibri"/>
              </a:defRPr>
            </a:lvl9pPr>
          </a:lstStyle>
          <a:p>
            <a:pPr lvl="0"/>
            <a:r>
              <a:rPr lang="en-US" smtClean="0"/>
              <a:t>Click to edit Master text styles</a:t>
            </a:r>
          </a:p>
        </p:txBody>
      </p:sp>
      <p:sp>
        <p:nvSpPr>
          <p:cNvPr id="67" name="Google Shape;67;p73"/>
          <p:cNvSpPr txBox="1">
            <a:spLocks noGrp="1"/>
          </p:cNvSpPr>
          <p:nvPr>
            <p:ph type="dt" idx="10"/>
          </p:nvPr>
        </p:nvSpPr>
        <p:spPr>
          <a:xfrm>
            <a:off x="681038" y="6356352"/>
            <a:ext cx="2228850" cy="365125"/>
          </a:xfrm>
          <a:prstGeom prst="rect">
            <a:avLst/>
          </a:prstGeom>
          <a:noFill/>
          <a:ln>
            <a:noFill/>
          </a:ln>
        </p:spPr>
        <p:txBody>
          <a:bodyPr spcFirstLastPara="1" wrap="square" lIns="107269" tIns="53620" rIns="107269" bIns="53620" anchor="t" anchorCtr="0">
            <a:noAutofit/>
          </a:bodyPr>
          <a:lstStyle>
            <a:lvl1pPr marR="0" lvl="0"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9pPr>
          </a:lstStyle>
          <a:p>
            <a:fld id="{D3A6FD30-5FB3-45E7-B180-7AE62E724E7F}" type="datetimeFigureOut">
              <a:rPr lang="en-US" smtClean="0"/>
              <a:t>3/3/2023</a:t>
            </a:fld>
            <a:endParaRPr lang="en-US"/>
          </a:p>
        </p:txBody>
      </p:sp>
      <p:sp>
        <p:nvSpPr>
          <p:cNvPr id="68" name="Google Shape;68;p73"/>
          <p:cNvSpPr txBox="1">
            <a:spLocks noGrp="1"/>
          </p:cNvSpPr>
          <p:nvPr>
            <p:ph type="ftr" idx="11"/>
          </p:nvPr>
        </p:nvSpPr>
        <p:spPr>
          <a:xfrm>
            <a:off x="3281363" y="6356352"/>
            <a:ext cx="3343275" cy="365125"/>
          </a:xfrm>
          <a:prstGeom prst="rect">
            <a:avLst/>
          </a:prstGeom>
          <a:noFill/>
          <a:ln>
            <a:noFill/>
          </a:ln>
        </p:spPr>
        <p:txBody>
          <a:bodyPr spcFirstLastPara="1" wrap="square" lIns="107269" tIns="53620" rIns="107269" bIns="53620" anchor="t" anchorCtr="0">
            <a:noAutofit/>
          </a:bodyPr>
          <a:lstStyle>
            <a:lvl1pPr marR="0" lvl="0"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9pPr>
          </a:lstStyle>
          <a:p>
            <a:endParaRPr lang="en-US"/>
          </a:p>
        </p:txBody>
      </p:sp>
      <p:sp>
        <p:nvSpPr>
          <p:cNvPr id="69" name="Google Shape;69;p73"/>
          <p:cNvSpPr txBox="1">
            <a:spLocks noGrp="1"/>
          </p:cNvSpPr>
          <p:nvPr>
            <p:ph type="sldNum" idx="12"/>
          </p:nvPr>
        </p:nvSpPr>
        <p:spPr>
          <a:xfrm>
            <a:off x="6996113" y="6356352"/>
            <a:ext cx="2228850" cy="365125"/>
          </a:xfrm>
          <a:prstGeom prst="rect">
            <a:avLst/>
          </a:prstGeom>
          <a:noFill/>
          <a:ln>
            <a:noFill/>
          </a:ln>
        </p:spPr>
        <p:txBody>
          <a:bodyPr spcFirstLastPara="1" wrap="square" lIns="107269" tIns="53620" rIns="107269" bIns="53620" anchor="t" anchorCtr="0">
            <a:noAutofit/>
          </a:bodyPr>
          <a:lstStyle>
            <a:lvl1pPr marL="0" marR="0" lvl="0"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9pPr>
          </a:lstStyle>
          <a:p>
            <a:fld id="{3B2880C7-68A3-4510-9A1B-DEA1DC53696F}" type="slidenum">
              <a:rPr lang="en-US" smtClean="0"/>
              <a:t>‹#›</a:t>
            </a:fld>
            <a:endParaRPr lang="en-US"/>
          </a:p>
        </p:txBody>
      </p:sp>
    </p:spTree>
    <p:extLst>
      <p:ext uri="{BB962C8B-B14F-4D97-AF65-F5344CB8AC3E}">
        <p14:creationId xmlns:p14="http://schemas.microsoft.com/office/powerpoint/2010/main" val="4173007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70"/>
        <p:cNvGrpSpPr/>
        <p:nvPr/>
      </p:nvGrpSpPr>
      <p:grpSpPr>
        <a:xfrm>
          <a:off x="0" y="0"/>
          <a:ext cx="0" cy="0"/>
          <a:chOff x="0" y="0"/>
          <a:chExt cx="0" cy="0"/>
        </a:xfrm>
      </p:grpSpPr>
      <p:sp>
        <p:nvSpPr>
          <p:cNvPr id="71" name="Google Shape;71;p74"/>
          <p:cNvSpPr txBox="1">
            <a:spLocks noGrp="1"/>
          </p:cNvSpPr>
          <p:nvPr>
            <p:ph type="title"/>
          </p:nvPr>
        </p:nvSpPr>
        <p:spPr>
          <a:xfrm>
            <a:off x="682328" y="457200"/>
            <a:ext cx="3194943" cy="1600200"/>
          </a:xfrm>
          <a:prstGeom prst="rect">
            <a:avLst/>
          </a:prstGeom>
          <a:noFill/>
          <a:ln>
            <a:noFill/>
          </a:ln>
        </p:spPr>
        <p:txBody>
          <a:bodyPr spcFirstLastPara="1" wrap="square" lIns="107269" tIns="53620" rIns="107269" bIns="53620" anchor="b" anchorCtr="0">
            <a:noAutofit/>
          </a:bodyPr>
          <a:lstStyle>
            <a:lvl1pPr marR="0" lvl="0" algn="l" rtl="0">
              <a:lnSpc>
                <a:spcPct val="90000"/>
              </a:lnSpc>
              <a:spcBef>
                <a:spcPts val="0"/>
              </a:spcBef>
              <a:spcAft>
                <a:spcPts val="0"/>
              </a:spcAft>
              <a:buClr>
                <a:schemeClr val="dk1"/>
              </a:buClr>
              <a:buSzPts val="3200"/>
              <a:buFont typeface="Calibri"/>
              <a:buNone/>
              <a:defRPr sz="3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9pPr>
          </a:lstStyle>
          <a:p>
            <a:r>
              <a:rPr lang="en-US" smtClean="0"/>
              <a:t>Click to edit Master title style</a:t>
            </a:r>
            <a:endParaRPr/>
          </a:p>
        </p:txBody>
      </p:sp>
      <p:sp>
        <p:nvSpPr>
          <p:cNvPr id="72" name="Google Shape;72;p74"/>
          <p:cNvSpPr>
            <a:spLocks noGrp="1"/>
          </p:cNvSpPr>
          <p:nvPr>
            <p:ph type="pic" idx="2"/>
          </p:nvPr>
        </p:nvSpPr>
        <p:spPr>
          <a:xfrm>
            <a:off x="4211340" y="987428"/>
            <a:ext cx="5014913" cy="4873625"/>
          </a:xfrm>
          <a:prstGeom prst="rect">
            <a:avLst/>
          </a:prstGeom>
          <a:noFill/>
          <a:ln>
            <a:noFill/>
          </a:ln>
        </p:spPr>
        <p:txBody>
          <a:bodyPr spcFirstLastPara="1" wrap="square" lIns="107269" tIns="53620" rIns="107269" bIns="53620" anchor="t" anchorCtr="0">
            <a:noAutofit/>
          </a:bodyPr>
          <a:lstStyle>
            <a:lvl1pPr marR="0" lvl="0" algn="l" rtl="0">
              <a:lnSpc>
                <a:spcPct val="90000"/>
              </a:lnSpc>
              <a:spcBef>
                <a:spcPts val="1173"/>
              </a:spcBef>
              <a:spcAft>
                <a:spcPts val="0"/>
              </a:spcAft>
              <a:buClr>
                <a:schemeClr val="dk1"/>
              </a:buClr>
              <a:buSzPts val="3200"/>
              <a:buFont typeface="Arial"/>
              <a:buNone/>
              <a:defRPr sz="3800" b="0" i="0" u="none" strike="noStrike" cap="none">
                <a:solidFill>
                  <a:schemeClr val="dk1"/>
                </a:solidFill>
                <a:latin typeface="Calibri"/>
                <a:ea typeface="Calibri"/>
                <a:cs typeface="Calibri"/>
                <a:sym typeface="Calibri"/>
              </a:defRPr>
            </a:lvl1pPr>
            <a:lvl2pPr marR="0" lvl="1" algn="l" rtl="0">
              <a:lnSpc>
                <a:spcPct val="90000"/>
              </a:lnSpc>
              <a:spcBef>
                <a:spcPts val="587"/>
              </a:spcBef>
              <a:spcAft>
                <a:spcPts val="0"/>
              </a:spcAft>
              <a:buClr>
                <a:schemeClr val="dk1"/>
              </a:buClr>
              <a:buSzPts val="2800"/>
              <a:buFont typeface="Arial"/>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587"/>
              </a:spcBef>
              <a:spcAft>
                <a:spcPts val="0"/>
              </a:spcAft>
              <a:buClr>
                <a:schemeClr val="dk1"/>
              </a:buClr>
              <a:buSzPts val="2400"/>
              <a:buFont typeface="Arial"/>
              <a:buNone/>
              <a:defRPr sz="2800" b="0" i="0" u="none" strike="noStrike" cap="none">
                <a:solidFill>
                  <a:schemeClr val="dk1"/>
                </a:solidFill>
                <a:latin typeface="Calibri"/>
                <a:ea typeface="Calibri"/>
                <a:cs typeface="Calibri"/>
                <a:sym typeface="Calibri"/>
              </a:defRPr>
            </a:lvl3pPr>
            <a:lvl4pPr marR="0" lvl="3" algn="l" rtl="0">
              <a:lnSpc>
                <a:spcPct val="90000"/>
              </a:lnSpc>
              <a:spcBef>
                <a:spcPts val="587"/>
              </a:spcBef>
              <a:spcAft>
                <a:spcPts val="0"/>
              </a:spcAft>
              <a:buClr>
                <a:schemeClr val="dk1"/>
              </a:buClr>
              <a:buSzPts val="2000"/>
              <a:buFont typeface="Arial"/>
              <a:buNone/>
              <a:defRPr sz="2300" b="0" i="0" u="none" strike="noStrike" cap="none">
                <a:solidFill>
                  <a:schemeClr val="dk1"/>
                </a:solidFill>
                <a:latin typeface="Calibri"/>
                <a:ea typeface="Calibri"/>
                <a:cs typeface="Calibri"/>
                <a:sym typeface="Calibri"/>
              </a:defRPr>
            </a:lvl4pPr>
            <a:lvl5pPr marR="0" lvl="4" algn="l" rtl="0">
              <a:lnSpc>
                <a:spcPct val="90000"/>
              </a:lnSpc>
              <a:spcBef>
                <a:spcPts val="587"/>
              </a:spcBef>
              <a:spcAft>
                <a:spcPts val="0"/>
              </a:spcAft>
              <a:buClr>
                <a:schemeClr val="dk1"/>
              </a:buClr>
              <a:buSzPts val="2000"/>
              <a:buFont typeface="Arial"/>
              <a:buNone/>
              <a:defRPr sz="2300" b="0" i="0" u="none" strike="noStrike" cap="none">
                <a:solidFill>
                  <a:schemeClr val="dk1"/>
                </a:solidFill>
                <a:latin typeface="Calibri"/>
                <a:ea typeface="Calibri"/>
                <a:cs typeface="Calibri"/>
                <a:sym typeface="Calibri"/>
              </a:defRPr>
            </a:lvl5pPr>
            <a:lvl6pPr marR="0" lvl="5" algn="l" rtl="0">
              <a:lnSpc>
                <a:spcPct val="90000"/>
              </a:lnSpc>
              <a:spcBef>
                <a:spcPts val="587"/>
              </a:spcBef>
              <a:spcAft>
                <a:spcPts val="0"/>
              </a:spcAft>
              <a:buClr>
                <a:schemeClr val="dk1"/>
              </a:buClr>
              <a:buSzPts val="2000"/>
              <a:buFont typeface="Arial"/>
              <a:buNone/>
              <a:defRPr sz="2300" b="0" i="0" u="none" strike="noStrike" cap="none">
                <a:solidFill>
                  <a:schemeClr val="dk1"/>
                </a:solidFill>
                <a:latin typeface="Calibri"/>
                <a:ea typeface="Calibri"/>
                <a:cs typeface="Calibri"/>
                <a:sym typeface="Calibri"/>
              </a:defRPr>
            </a:lvl6pPr>
            <a:lvl7pPr marR="0" lvl="6" algn="l" rtl="0">
              <a:lnSpc>
                <a:spcPct val="90000"/>
              </a:lnSpc>
              <a:spcBef>
                <a:spcPts val="587"/>
              </a:spcBef>
              <a:spcAft>
                <a:spcPts val="0"/>
              </a:spcAft>
              <a:buClr>
                <a:schemeClr val="dk1"/>
              </a:buClr>
              <a:buSzPts val="2000"/>
              <a:buFont typeface="Arial"/>
              <a:buNone/>
              <a:defRPr sz="2300" b="0" i="0" u="none" strike="noStrike" cap="none">
                <a:solidFill>
                  <a:schemeClr val="dk1"/>
                </a:solidFill>
                <a:latin typeface="Calibri"/>
                <a:ea typeface="Calibri"/>
                <a:cs typeface="Calibri"/>
                <a:sym typeface="Calibri"/>
              </a:defRPr>
            </a:lvl7pPr>
            <a:lvl8pPr marR="0" lvl="7" algn="l" rtl="0">
              <a:lnSpc>
                <a:spcPct val="90000"/>
              </a:lnSpc>
              <a:spcBef>
                <a:spcPts val="587"/>
              </a:spcBef>
              <a:spcAft>
                <a:spcPts val="0"/>
              </a:spcAft>
              <a:buClr>
                <a:schemeClr val="dk1"/>
              </a:buClr>
              <a:buSzPts val="2000"/>
              <a:buFont typeface="Arial"/>
              <a:buNone/>
              <a:defRPr sz="2300" b="0" i="0" u="none" strike="noStrike" cap="none">
                <a:solidFill>
                  <a:schemeClr val="dk1"/>
                </a:solidFill>
                <a:latin typeface="Calibri"/>
                <a:ea typeface="Calibri"/>
                <a:cs typeface="Calibri"/>
                <a:sym typeface="Calibri"/>
              </a:defRPr>
            </a:lvl8pPr>
            <a:lvl9pPr marR="0" lvl="8" algn="l" rtl="0">
              <a:lnSpc>
                <a:spcPct val="90000"/>
              </a:lnSpc>
              <a:spcBef>
                <a:spcPts val="587"/>
              </a:spcBef>
              <a:spcAft>
                <a:spcPts val="0"/>
              </a:spcAft>
              <a:buClr>
                <a:schemeClr val="dk1"/>
              </a:buClr>
              <a:buSzPts val="2000"/>
              <a:buFont typeface="Arial"/>
              <a:buNone/>
              <a:defRPr sz="2300" b="0" i="0" u="none" strike="noStrike" cap="none">
                <a:solidFill>
                  <a:schemeClr val="dk1"/>
                </a:solidFill>
                <a:latin typeface="Calibri"/>
                <a:ea typeface="Calibri"/>
                <a:cs typeface="Calibri"/>
                <a:sym typeface="Calibri"/>
              </a:defRPr>
            </a:lvl9pPr>
          </a:lstStyle>
          <a:p>
            <a:r>
              <a:rPr lang="en-US" smtClean="0"/>
              <a:t>Click icon to add picture</a:t>
            </a:r>
            <a:endParaRPr/>
          </a:p>
        </p:txBody>
      </p:sp>
      <p:sp>
        <p:nvSpPr>
          <p:cNvPr id="73" name="Google Shape;73;p74"/>
          <p:cNvSpPr txBox="1">
            <a:spLocks noGrp="1"/>
          </p:cNvSpPr>
          <p:nvPr>
            <p:ph type="body" idx="1"/>
          </p:nvPr>
        </p:nvSpPr>
        <p:spPr>
          <a:xfrm>
            <a:off x="682328" y="2057401"/>
            <a:ext cx="3194943" cy="3811588"/>
          </a:xfrm>
          <a:prstGeom prst="rect">
            <a:avLst/>
          </a:prstGeom>
          <a:noFill/>
          <a:ln>
            <a:noFill/>
          </a:ln>
        </p:spPr>
        <p:txBody>
          <a:bodyPr spcFirstLastPara="1" wrap="square" lIns="107269" tIns="53620" rIns="107269" bIns="53620" anchor="t" anchorCtr="0">
            <a:noAutofit/>
          </a:bodyPr>
          <a:lstStyle>
            <a:lvl1pPr marL="536433" marR="0" lvl="0" indent="-268216" algn="l" rtl="0">
              <a:lnSpc>
                <a:spcPct val="90000"/>
              </a:lnSpc>
              <a:spcBef>
                <a:spcPts val="1173"/>
              </a:spcBef>
              <a:spcAft>
                <a:spcPts val="0"/>
              </a:spcAft>
              <a:buClr>
                <a:schemeClr val="dk1"/>
              </a:buClr>
              <a:buSzPts val="1600"/>
              <a:buFont typeface="Arial"/>
              <a:buNone/>
              <a:defRPr sz="1900" b="0" i="0" u="none" strike="noStrike" cap="none">
                <a:solidFill>
                  <a:schemeClr val="dk1"/>
                </a:solidFill>
                <a:latin typeface="Calibri"/>
                <a:ea typeface="Calibri"/>
                <a:cs typeface="Calibri"/>
                <a:sym typeface="Calibri"/>
              </a:defRPr>
            </a:lvl1pPr>
            <a:lvl2pPr marL="1072866" marR="0" lvl="1" indent="-268216" algn="l" rtl="0">
              <a:lnSpc>
                <a:spcPct val="90000"/>
              </a:lnSpc>
              <a:spcBef>
                <a:spcPts val="587"/>
              </a:spcBef>
              <a:spcAft>
                <a:spcPts val="0"/>
              </a:spcAft>
              <a:buClr>
                <a:schemeClr val="dk1"/>
              </a:buClr>
              <a:buSzPts val="1400"/>
              <a:buFont typeface="Arial"/>
              <a:buNone/>
              <a:defRPr sz="1600" b="0" i="0" u="none" strike="noStrike" cap="none">
                <a:solidFill>
                  <a:schemeClr val="dk1"/>
                </a:solidFill>
                <a:latin typeface="Calibri"/>
                <a:ea typeface="Calibri"/>
                <a:cs typeface="Calibri"/>
                <a:sym typeface="Calibri"/>
              </a:defRPr>
            </a:lvl2pPr>
            <a:lvl3pPr marL="1609298" marR="0" lvl="2" indent="-268216" algn="l" rtl="0">
              <a:lnSpc>
                <a:spcPct val="90000"/>
              </a:lnSpc>
              <a:spcBef>
                <a:spcPts val="587"/>
              </a:spcBef>
              <a:spcAft>
                <a:spcPts val="0"/>
              </a:spcAft>
              <a:buClr>
                <a:schemeClr val="dk1"/>
              </a:buClr>
              <a:buSzPts val="1200"/>
              <a:buFont typeface="Arial"/>
              <a:buNone/>
              <a:defRPr sz="1400" b="0" i="0" u="none" strike="noStrike" cap="none">
                <a:solidFill>
                  <a:schemeClr val="dk1"/>
                </a:solidFill>
                <a:latin typeface="Calibri"/>
                <a:ea typeface="Calibri"/>
                <a:cs typeface="Calibri"/>
                <a:sym typeface="Calibri"/>
              </a:defRPr>
            </a:lvl3pPr>
            <a:lvl4pPr marL="2145731" marR="0" lvl="3" indent="-268216" algn="l" rtl="0">
              <a:lnSpc>
                <a:spcPct val="90000"/>
              </a:lnSpc>
              <a:spcBef>
                <a:spcPts val="587"/>
              </a:spcBef>
              <a:spcAft>
                <a:spcPts val="0"/>
              </a:spcAft>
              <a:buClr>
                <a:schemeClr val="dk1"/>
              </a:buClr>
              <a:buSzPts val="1000"/>
              <a:buFont typeface="Arial"/>
              <a:buNone/>
              <a:defRPr sz="1200" b="0" i="0" u="none" strike="noStrike" cap="none">
                <a:solidFill>
                  <a:schemeClr val="dk1"/>
                </a:solidFill>
                <a:latin typeface="Calibri"/>
                <a:ea typeface="Calibri"/>
                <a:cs typeface="Calibri"/>
                <a:sym typeface="Calibri"/>
              </a:defRPr>
            </a:lvl4pPr>
            <a:lvl5pPr marL="2682164" marR="0" lvl="4" indent="-268216" algn="l" rtl="0">
              <a:lnSpc>
                <a:spcPct val="90000"/>
              </a:lnSpc>
              <a:spcBef>
                <a:spcPts val="587"/>
              </a:spcBef>
              <a:spcAft>
                <a:spcPts val="0"/>
              </a:spcAft>
              <a:buClr>
                <a:schemeClr val="dk1"/>
              </a:buClr>
              <a:buSzPts val="1000"/>
              <a:buFont typeface="Arial"/>
              <a:buNone/>
              <a:defRPr sz="1200" b="0" i="0" u="none" strike="noStrike" cap="none">
                <a:solidFill>
                  <a:schemeClr val="dk1"/>
                </a:solidFill>
                <a:latin typeface="Calibri"/>
                <a:ea typeface="Calibri"/>
                <a:cs typeface="Calibri"/>
                <a:sym typeface="Calibri"/>
              </a:defRPr>
            </a:lvl5pPr>
            <a:lvl6pPr marL="3218597" marR="0" lvl="5" indent="-268216" algn="l" rtl="0">
              <a:lnSpc>
                <a:spcPct val="90000"/>
              </a:lnSpc>
              <a:spcBef>
                <a:spcPts val="587"/>
              </a:spcBef>
              <a:spcAft>
                <a:spcPts val="0"/>
              </a:spcAft>
              <a:buClr>
                <a:schemeClr val="dk1"/>
              </a:buClr>
              <a:buSzPts val="1000"/>
              <a:buFont typeface="Arial"/>
              <a:buNone/>
              <a:defRPr sz="1200" b="0" i="0" u="none" strike="noStrike" cap="none">
                <a:solidFill>
                  <a:schemeClr val="dk1"/>
                </a:solidFill>
                <a:latin typeface="Calibri"/>
                <a:ea typeface="Calibri"/>
                <a:cs typeface="Calibri"/>
                <a:sym typeface="Calibri"/>
              </a:defRPr>
            </a:lvl6pPr>
            <a:lvl7pPr marL="3755029" marR="0" lvl="6" indent="-268216" algn="l" rtl="0">
              <a:lnSpc>
                <a:spcPct val="90000"/>
              </a:lnSpc>
              <a:spcBef>
                <a:spcPts val="587"/>
              </a:spcBef>
              <a:spcAft>
                <a:spcPts val="0"/>
              </a:spcAft>
              <a:buClr>
                <a:schemeClr val="dk1"/>
              </a:buClr>
              <a:buSzPts val="1000"/>
              <a:buFont typeface="Arial"/>
              <a:buNone/>
              <a:defRPr sz="1200" b="0" i="0" u="none" strike="noStrike" cap="none">
                <a:solidFill>
                  <a:schemeClr val="dk1"/>
                </a:solidFill>
                <a:latin typeface="Calibri"/>
                <a:ea typeface="Calibri"/>
                <a:cs typeface="Calibri"/>
                <a:sym typeface="Calibri"/>
              </a:defRPr>
            </a:lvl7pPr>
            <a:lvl8pPr marL="4291462" marR="0" lvl="7" indent="-268216" algn="l" rtl="0">
              <a:lnSpc>
                <a:spcPct val="90000"/>
              </a:lnSpc>
              <a:spcBef>
                <a:spcPts val="587"/>
              </a:spcBef>
              <a:spcAft>
                <a:spcPts val="0"/>
              </a:spcAft>
              <a:buClr>
                <a:schemeClr val="dk1"/>
              </a:buClr>
              <a:buSzPts val="1000"/>
              <a:buFont typeface="Arial"/>
              <a:buNone/>
              <a:defRPr sz="1200" b="0" i="0" u="none" strike="noStrike" cap="none">
                <a:solidFill>
                  <a:schemeClr val="dk1"/>
                </a:solidFill>
                <a:latin typeface="Calibri"/>
                <a:ea typeface="Calibri"/>
                <a:cs typeface="Calibri"/>
                <a:sym typeface="Calibri"/>
              </a:defRPr>
            </a:lvl8pPr>
            <a:lvl9pPr marL="4827895" marR="0" lvl="8" indent="-268216" algn="l" rtl="0">
              <a:lnSpc>
                <a:spcPct val="90000"/>
              </a:lnSpc>
              <a:spcBef>
                <a:spcPts val="587"/>
              </a:spcBef>
              <a:spcAft>
                <a:spcPts val="0"/>
              </a:spcAft>
              <a:buClr>
                <a:schemeClr val="dk1"/>
              </a:buClr>
              <a:buSzPts val="1000"/>
              <a:buFont typeface="Arial"/>
              <a:buNone/>
              <a:defRPr sz="1200" b="0" i="0" u="none" strike="noStrike" cap="none">
                <a:solidFill>
                  <a:schemeClr val="dk1"/>
                </a:solidFill>
                <a:latin typeface="Calibri"/>
                <a:ea typeface="Calibri"/>
                <a:cs typeface="Calibri"/>
                <a:sym typeface="Calibri"/>
              </a:defRPr>
            </a:lvl9pPr>
          </a:lstStyle>
          <a:p>
            <a:pPr lvl="0"/>
            <a:r>
              <a:rPr lang="en-US" smtClean="0"/>
              <a:t>Click to edit Master text styles</a:t>
            </a:r>
          </a:p>
        </p:txBody>
      </p:sp>
      <p:sp>
        <p:nvSpPr>
          <p:cNvPr id="74" name="Google Shape;74;p74"/>
          <p:cNvSpPr txBox="1">
            <a:spLocks noGrp="1"/>
          </p:cNvSpPr>
          <p:nvPr>
            <p:ph type="dt" idx="10"/>
          </p:nvPr>
        </p:nvSpPr>
        <p:spPr>
          <a:xfrm>
            <a:off x="681038" y="6356352"/>
            <a:ext cx="2228850" cy="365125"/>
          </a:xfrm>
          <a:prstGeom prst="rect">
            <a:avLst/>
          </a:prstGeom>
          <a:noFill/>
          <a:ln>
            <a:noFill/>
          </a:ln>
        </p:spPr>
        <p:txBody>
          <a:bodyPr spcFirstLastPara="1" wrap="square" lIns="107269" tIns="53620" rIns="107269" bIns="53620" anchor="t" anchorCtr="0">
            <a:noAutofit/>
          </a:bodyPr>
          <a:lstStyle>
            <a:lvl1pPr marR="0" lvl="0"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9pPr>
          </a:lstStyle>
          <a:p>
            <a:fld id="{D3A6FD30-5FB3-45E7-B180-7AE62E724E7F}" type="datetimeFigureOut">
              <a:rPr lang="en-US" smtClean="0"/>
              <a:t>3/3/2023</a:t>
            </a:fld>
            <a:endParaRPr lang="en-US"/>
          </a:p>
        </p:txBody>
      </p:sp>
      <p:sp>
        <p:nvSpPr>
          <p:cNvPr id="75" name="Google Shape;75;p74"/>
          <p:cNvSpPr txBox="1">
            <a:spLocks noGrp="1"/>
          </p:cNvSpPr>
          <p:nvPr>
            <p:ph type="ftr" idx="11"/>
          </p:nvPr>
        </p:nvSpPr>
        <p:spPr>
          <a:xfrm>
            <a:off x="3281363" y="6356352"/>
            <a:ext cx="3343275" cy="365125"/>
          </a:xfrm>
          <a:prstGeom prst="rect">
            <a:avLst/>
          </a:prstGeom>
          <a:noFill/>
          <a:ln>
            <a:noFill/>
          </a:ln>
        </p:spPr>
        <p:txBody>
          <a:bodyPr spcFirstLastPara="1" wrap="square" lIns="107269" tIns="53620" rIns="107269" bIns="53620" anchor="t" anchorCtr="0">
            <a:noAutofit/>
          </a:bodyPr>
          <a:lstStyle>
            <a:lvl1pPr marR="0" lvl="0"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9pPr>
          </a:lstStyle>
          <a:p>
            <a:endParaRPr lang="en-US"/>
          </a:p>
        </p:txBody>
      </p:sp>
      <p:sp>
        <p:nvSpPr>
          <p:cNvPr id="76" name="Google Shape;76;p74"/>
          <p:cNvSpPr txBox="1">
            <a:spLocks noGrp="1"/>
          </p:cNvSpPr>
          <p:nvPr>
            <p:ph type="sldNum" idx="12"/>
          </p:nvPr>
        </p:nvSpPr>
        <p:spPr>
          <a:xfrm>
            <a:off x="6996113" y="6356352"/>
            <a:ext cx="2228850" cy="365125"/>
          </a:xfrm>
          <a:prstGeom prst="rect">
            <a:avLst/>
          </a:prstGeom>
          <a:noFill/>
          <a:ln>
            <a:noFill/>
          </a:ln>
        </p:spPr>
        <p:txBody>
          <a:bodyPr spcFirstLastPara="1" wrap="square" lIns="107269" tIns="53620" rIns="107269" bIns="53620" anchor="t" anchorCtr="0">
            <a:noAutofit/>
          </a:bodyPr>
          <a:lstStyle>
            <a:lvl1pPr marL="0" marR="0" lvl="0"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9pPr>
          </a:lstStyle>
          <a:p>
            <a:fld id="{3B2880C7-68A3-4510-9A1B-DEA1DC53696F}" type="slidenum">
              <a:rPr lang="en-US" smtClean="0"/>
              <a:t>‹#›</a:t>
            </a:fld>
            <a:endParaRPr lang="en-US"/>
          </a:p>
        </p:txBody>
      </p:sp>
    </p:spTree>
    <p:extLst>
      <p:ext uri="{BB962C8B-B14F-4D97-AF65-F5344CB8AC3E}">
        <p14:creationId xmlns:p14="http://schemas.microsoft.com/office/powerpoint/2010/main" val="1269866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7"/>
        <p:cNvGrpSpPr/>
        <p:nvPr/>
      </p:nvGrpSpPr>
      <p:grpSpPr>
        <a:xfrm>
          <a:off x="0" y="0"/>
          <a:ext cx="0" cy="0"/>
          <a:chOff x="0" y="0"/>
          <a:chExt cx="0" cy="0"/>
        </a:xfrm>
      </p:grpSpPr>
      <p:sp>
        <p:nvSpPr>
          <p:cNvPr id="78" name="Google Shape;78;p75"/>
          <p:cNvSpPr txBox="1">
            <a:spLocks noGrp="1"/>
          </p:cNvSpPr>
          <p:nvPr>
            <p:ph type="title"/>
          </p:nvPr>
        </p:nvSpPr>
        <p:spPr>
          <a:xfrm>
            <a:off x="681038" y="365127"/>
            <a:ext cx="8543925" cy="1325563"/>
          </a:xfrm>
          <a:prstGeom prst="rect">
            <a:avLst/>
          </a:prstGeom>
          <a:noFill/>
          <a:ln>
            <a:noFill/>
          </a:ln>
        </p:spPr>
        <p:txBody>
          <a:bodyPr spcFirstLastPara="1" wrap="square" lIns="107269" tIns="53620" rIns="107269" bIns="53620" anchor="t" anchorCtr="0">
            <a:noAutofit/>
          </a:bodyPr>
          <a:lstStyle>
            <a:lvl1pPr marR="0" lvl="0" algn="l" rtl="0">
              <a:lnSpc>
                <a:spcPct val="90000"/>
              </a:lnSpc>
              <a:spcBef>
                <a:spcPts val="0"/>
              </a:spcBef>
              <a:spcAft>
                <a:spcPts val="0"/>
              </a:spcAft>
              <a:buClr>
                <a:schemeClr val="dk1"/>
              </a:buClr>
              <a:buSzPts val="4400"/>
              <a:buFont typeface="Calibri"/>
              <a:buNone/>
              <a:defRPr sz="5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9pPr>
          </a:lstStyle>
          <a:p>
            <a:r>
              <a:rPr lang="en-US" smtClean="0"/>
              <a:t>Click to edit Master title style</a:t>
            </a:r>
            <a:endParaRPr/>
          </a:p>
        </p:txBody>
      </p:sp>
      <p:sp>
        <p:nvSpPr>
          <p:cNvPr id="79" name="Google Shape;79;p75"/>
          <p:cNvSpPr txBox="1">
            <a:spLocks noGrp="1"/>
          </p:cNvSpPr>
          <p:nvPr>
            <p:ph type="body" idx="1"/>
          </p:nvPr>
        </p:nvSpPr>
        <p:spPr>
          <a:xfrm rot="5400000">
            <a:off x="2777331" y="-270669"/>
            <a:ext cx="4351339" cy="8543925"/>
          </a:xfrm>
          <a:prstGeom prst="rect">
            <a:avLst/>
          </a:prstGeom>
          <a:noFill/>
          <a:ln>
            <a:noFill/>
          </a:ln>
        </p:spPr>
        <p:txBody>
          <a:bodyPr spcFirstLastPara="1" wrap="square" lIns="107269" tIns="53620" rIns="107269" bIns="53620" anchor="t" anchorCtr="0">
            <a:noAutofit/>
          </a:bodyPr>
          <a:lstStyle>
            <a:lvl1pPr marL="536433" marR="0" lvl="0" indent="-476829" algn="l" rtl="0">
              <a:lnSpc>
                <a:spcPct val="90000"/>
              </a:lnSpc>
              <a:spcBef>
                <a:spcPts val="1173"/>
              </a:spcBef>
              <a:spcAft>
                <a:spcPts val="0"/>
              </a:spcAft>
              <a:buClr>
                <a:schemeClr val="dk1"/>
              </a:buClr>
              <a:buSzPts val="2800"/>
              <a:buFont typeface="Arial"/>
              <a:buChar char="•"/>
              <a:defRPr sz="3300" b="0" i="0" u="none" strike="noStrike" cap="none">
                <a:solidFill>
                  <a:schemeClr val="dk1"/>
                </a:solidFill>
                <a:latin typeface="Calibri"/>
                <a:ea typeface="Calibri"/>
                <a:cs typeface="Calibri"/>
                <a:sym typeface="Calibri"/>
              </a:defRPr>
            </a:lvl1pPr>
            <a:lvl2pPr marL="1072866" marR="0" lvl="1" indent="-447027" algn="l" rtl="0">
              <a:lnSpc>
                <a:spcPct val="90000"/>
              </a:lnSpc>
              <a:spcBef>
                <a:spcPts val="587"/>
              </a:spcBef>
              <a:spcAft>
                <a:spcPts val="0"/>
              </a:spcAft>
              <a:buClr>
                <a:schemeClr val="dk1"/>
              </a:buClr>
              <a:buSzPts val="2400"/>
              <a:buFont typeface="Arial"/>
              <a:buChar char="•"/>
              <a:defRPr sz="2800" b="0" i="0" u="none" strike="noStrike" cap="none">
                <a:solidFill>
                  <a:schemeClr val="dk1"/>
                </a:solidFill>
                <a:latin typeface="Calibri"/>
                <a:ea typeface="Calibri"/>
                <a:cs typeface="Calibri"/>
                <a:sym typeface="Calibri"/>
              </a:defRPr>
            </a:lvl2pPr>
            <a:lvl3pPr marL="1609298" marR="0" lvl="2" indent="-417225" algn="l" rtl="0">
              <a:lnSpc>
                <a:spcPct val="90000"/>
              </a:lnSpc>
              <a:spcBef>
                <a:spcPts val="587"/>
              </a:spcBef>
              <a:spcAft>
                <a:spcPts val="0"/>
              </a:spcAft>
              <a:buClr>
                <a:schemeClr val="dk1"/>
              </a:buClr>
              <a:buSzPts val="2000"/>
              <a:buFont typeface="Arial"/>
              <a:buChar char="•"/>
              <a:defRPr sz="2300" b="0" i="0" u="none" strike="noStrike" cap="none">
                <a:solidFill>
                  <a:schemeClr val="dk1"/>
                </a:solidFill>
                <a:latin typeface="Calibri"/>
                <a:ea typeface="Calibri"/>
                <a:cs typeface="Calibri"/>
                <a:sym typeface="Calibri"/>
              </a:defRPr>
            </a:lvl3pPr>
            <a:lvl4pPr marL="2145731" marR="0" lvl="3"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4pPr>
            <a:lvl5pPr marL="2682164" marR="0" lvl="4"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5pPr>
            <a:lvl6pPr marL="3218597" marR="0" lvl="5"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6pPr>
            <a:lvl7pPr marL="3755029" marR="0" lvl="6"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7pPr>
            <a:lvl8pPr marL="4291462" marR="0" lvl="7"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8pPr>
            <a:lvl9pPr marL="4827895" marR="0" lvl="8"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9pPr>
          </a:lstStyle>
          <a:p>
            <a:pPr lvl="0"/>
            <a:r>
              <a:rPr lang="en-US" smtClean="0"/>
              <a:t>Click to edit Master text styles</a:t>
            </a:r>
          </a:p>
        </p:txBody>
      </p:sp>
      <p:sp>
        <p:nvSpPr>
          <p:cNvPr id="80" name="Google Shape;80;p75"/>
          <p:cNvSpPr txBox="1">
            <a:spLocks noGrp="1"/>
          </p:cNvSpPr>
          <p:nvPr>
            <p:ph type="dt" idx="10"/>
          </p:nvPr>
        </p:nvSpPr>
        <p:spPr>
          <a:xfrm>
            <a:off x="681038" y="6356352"/>
            <a:ext cx="2228850" cy="365125"/>
          </a:xfrm>
          <a:prstGeom prst="rect">
            <a:avLst/>
          </a:prstGeom>
          <a:noFill/>
          <a:ln>
            <a:noFill/>
          </a:ln>
        </p:spPr>
        <p:txBody>
          <a:bodyPr spcFirstLastPara="1" wrap="square" lIns="107269" tIns="53620" rIns="107269" bIns="53620" anchor="t" anchorCtr="0">
            <a:noAutofit/>
          </a:bodyPr>
          <a:lstStyle>
            <a:lvl1pPr marR="0" lvl="0"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9pPr>
          </a:lstStyle>
          <a:p>
            <a:fld id="{D3A6FD30-5FB3-45E7-B180-7AE62E724E7F}" type="datetimeFigureOut">
              <a:rPr lang="en-US" smtClean="0"/>
              <a:t>3/3/2023</a:t>
            </a:fld>
            <a:endParaRPr lang="en-US"/>
          </a:p>
        </p:txBody>
      </p:sp>
      <p:sp>
        <p:nvSpPr>
          <p:cNvPr id="81" name="Google Shape;81;p75"/>
          <p:cNvSpPr txBox="1">
            <a:spLocks noGrp="1"/>
          </p:cNvSpPr>
          <p:nvPr>
            <p:ph type="ftr" idx="11"/>
          </p:nvPr>
        </p:nvSpPr>
        <p:spPr>
          <a:xfrm>
            <a:off x="3281363" y="6356352"/>
            <a:ext cx="3343275" cy="365125"/>
          </a:xfrm>
          <a:prstGeom prst="rect">
            <a:avLst/>
          </a:prstGeom>
          <a:noFill/>
          <a:ln>
            <a:noFill/>
          </a:ln>
        </p:spPr>
        <p:txBody>
          <a:bodyPr spcFirstLastPara="1" wrap="square" lIns="107269" tIns="53620" rIns="107269" bIns="53620" anchor="t" anchorCtr="0">
            <a:noAutofit/>
          </a:bodyPr>
          <a:lstStyle>
            <a:lvl1pPr marR="0" lvl="0"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9pPr>
          </a:lstStyle>
          <a:p>
            <a:endParaRPr lang="en-US"/>
          </a:p>
        </p:txBody>
      </p:sp>
      <p:sp>
        <p:nvSpPr>
          <p:cNvPr id="82" name="Google Shape;82;p75"/>
          <p:cNvSpPr txBox="1">
            <a:spLocks noGrp="1"/>
          </p:cNvSpPr>
          <p:nvPr>
            <p:ph type="sldNum" idx="12"/>
          </p:nvPr>
        </p:nvSpPr>
        <p:spPr>
          <a:xfrm>
            <a:off x="6996113" y="6356352"/>
            <a:ext cx="2228850" cy="365125"/>
          </a:xfrm>
          <a:prstGeom prst="rect">
            <a:avLst/>
          </a:prstGeom>
          <a:noFill/>
          <a:ln>
            <a:noFill/>
          </a:ln>
        </p:spPr>
        <p:txBody>
          <a:bodyPr spcFirstLastPara="1" wrap="square" lIns="107269" tIns="53620" rIns="107269" bIns="53620" anchor="t" anchorCtr="0">
            <a:noAutofit/>
          </a:bodyPr>
          <a:lstStyle>
            <a:lvl1pPr marL="0" marR="0" lvl="0"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9pPr>
          </a:lstStyle>
          <a:p>
            <a:fld id="{3B2880C7-68A3-4510-9A1B-DEA1DC53696F}" type="slidenum">
              <a:rPr lang="en-US" smtClean="0"/>
              <a:t>‹#›</a:t>
            </a:fld>
            <a:endParaRPr lang="en-US"/>
          </a:p>
        </p:txBody>
      </p:sp>
    </p:spTree>
    <p:extLst>
      <p:ext uri="{BB962C8B-B14F-4D97-AF65-F5344CB8AC3E}">
        <p14:creationId xmlns:p14="http://schemas.microsoft.com/office/powerpoint/2010/main" val="275278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83"/>
        <p:cNvGrpSpPr/>
        <p:nvPr/>
      </p:nvGrpSpPr>
      <p:grpSpPr>
        <a:xfrm>
          <a:off x="0" y="0"/>
          <a:ext cx="0" cy="0"/>
          <a:chOff x="0" y="0"/>
          <a:chExt cx="0" cy="0"/>
        </a:xfrm>
      </p:grpSpPr>
      <p:sp>
        <p:nvSpPr>
          <p:cNvPr id="84" name="Google Shape;84;p76"/>
          <p:cNvSpPr txBox="1">
            <a:spLocks noGrp="1"/>
          </p:cNvSpPr>
          <p:nvPr>
            <p:ph type="title"/>
          </p:nvPr>
        </p:nvSpPr>
        <p:spPr>
          <a:xfrm rot="5400000">
            <a:off x="5251054" y="2203055"/>
            <a:ext cx="5811839" cy="2135981"/>
          </a:xfrm>
          <a:prstGeom prst="rect">
            <a:avLst/>
          </a:prstGeom>
          <a:noFill/>
          <a:ln>
            <a:noFill/>
          </a:ln>
        </p:spPr>
        <p:txBody>
          <a:bodyPr spcFirstLastPara="1" wrap="square" lIns="107269" tIns="53620" rIns="107269" bIns="53620" anchor="t" anchorCtr="0">
            <a:noAutofit/>
          </a:bodyPr>
          <a:lstStyle>
            <a:lvl1pPr marR="0" lvl="0" algn="l" rtl="0">
              <a:lnSpc>
                <a:spcPct val="90000"/>
              </a:lnSpc>
              <a:spcBef>
                <a:spcPts val="0"/>
              </a:spcBef>
              <a:spcAft>
                <a:spcPts val="0"/>
              </a:spcAft>
              <a:buClr>
                <a:schemeClr val="dk1"/>
              </a:buClr>
              <a:buSzPts val="4400"/>
              <a:buFont typeface="Calibri"/>
              <a:buNone/>
              <a:defRPr sz="5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9pPr>
          </a:lstStyle>
          <a:p>
            <a:r>
              <a:rPr lang="en-US" smtClean="0"/>
              <a:t>Click to edit Master title style</a:t>
            </a:r>
            <a:endParaRPr/>
          </a:p>
        </p:txBody>
      </p:sp>
      <p:sp>
        <p:nvSpPr>
          <p:cNvPr id="85" name="Google Shape;85;p76"/>
          <p:cNvSpPr txBox="1">
            <a:spLocks noGrp="1"/>
          </p:cNvSpPr>
          <p:nvPr>
            <p:ph type="body" idx="1"/>
          </p:nvPr>
        </p:nvSpPr>
        <p:spPr>
          <a:xfrm rot="5400000">
            <a:off x="917179" y="128986"/>
            <a:ext cx="5811839" cy="6284119"/>
          </a:xfrm>
          <a:prstGeom prst="rect">
            <a:avLst/>
          </a:prstGeom>
          <a:noFill/>
          <a:ln>
            <a:noFill/>
          </a:ln>
        </p:spPr>
        <p:txBody>
          <a:bodyPr spcFirstLastPara="1" wrap="square" lIns="107269" tIns="53620" rIns="107269" bIns="53620" anchor="t" anchorCtr="0">
            <a:noAutofit/>
          </a:bodyPr>
          <a:lstStyle>
            <a:lvl1pPr marL="536433" marR="0" lvl="0" indent="-476829" algn="l" rtl="0">
              <a:lnSpc>
                <a:spcPct val="90000"/>
              </a:lnSpc>
              <a:spcBef>
                <a:spcPts val="1173"/>
              </a:spcBef>
              <a:spcAft>
                <a:spcPts val="0"/>
              </a:spcAft>
              <a:buClr>
                <a:schemeClr val="dk1"/>
              </a:buClr>
              <a:buSzPts val="2800"/>
              <a:buFont typeface="Arial"/>
              <a:buChar char="•"/>
              <a:defRPr sz="3300" b="0" i="0" u="none" strike="noStrike" cap="none">
                <a:solidFill>
                  <a:schemeClr val="dk1"/>
                </a:solidFill>
                <a:latin typeface="Calibri"/>
                <a:ea typeface="Calibri"/>
                <a:cs typeface="Calibri"/>
                <a:sym typeface="Calibri"/>
              </a:defRPr>
            </a:lvl1pPr>
            <a:lvl2pPr marL="1072866" marR="0" lvl="1" indent="-447027" algn="l" rtl="0">
              <a:lnSpc>
                <a:spcPct val="90000"/>
              </a:lnSpc>
              <a:spcBef>
                <a:spcPts val="587"/>
              </a:spcBef>
              <a:spcAft>
                <a:spcPts val="0"/>
              </a:spcAft>
              <a:buClr>
                <a:schemeClr val="dk1"/>
              </a:buClr>
              <a:buSzPts val="2400"/>
              <a:buFont typeface="Arial"/>
              <a:buChar char="•"/>
              <a:defRPr sz="2800" b="0" i="0" u="none" strike="noStrike" cap="none">
                <a:solidFill>
                  <a:schemeClr val="dk1"/>
                </a:solidFill>
                <a:latin typeface="Calibri"/>
                <a:ea typeface="Calibri"/>
                <a:cs typeface="Calibri"/>
                <a:sym typeface="Calibri"/>
              </a:defRPr>
            </a:lvl2pPr>
            <a:lvl3pPr marL="1609298" marR="0" lvl="2" indent="-417225" algn="l" rtl="0">
              <a:lnSpc>
                <a:spcPct val="90000"/>
              </a:lnSpc>
              <a:spcBef>
                <a:spcPts val="587"/>
              </a:spcBef>
              <a:spcAft>
                <a:spcPts val="0"/>
              </a:spcAft>
              <a:buClr>
                <a:schemeClr val="dk1"/>
              </a:buClr>
              <a:buSzPts val="2000"/>
              <a:buFont typeface="Arial"/>
              <a:buChar char="•"/>
              <a:defRPr sz="2300" b="0" i="0" u="none" strike="noStrike" cap="none">
                <a:solidFill>
                  <a:schemeClr val="dk1"/>
                </a:solidFill>
                <a:latin typeface="Calibri"/>
                <a:ea typeface="Calibri"/>
                <a:cs typeface="Calibri"/>
                <a:sym typeface="Calibri"/>
              </a:defRPr>
            </a:lvl3pPr>
            <a:lvl4pPr marL="2145731" marR="0" lvl="3"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4pPr>
            <a:lvl5pPr marL="2682164" marR="0" lvl="4"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5pPr>
            <a:lvl6pPr marL="3218597" marR="0" lvl="5"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6pPr>
            <a:lvl7pPr marL="3755029" marR="0" lvl="6"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7pPr>
            <a:lvl8pPr marL="4291462" marR="0" lvl="7"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8pPr>
            <a:lvl9pPr marL="4827895" marR="0" lvl="8" indent="-402325" algn="l" rtl="0">
              <a:lnSpc>
                <a:spcPct val="90000"/>
              </a:lnSpc>
              <a:spcBef>
                <a:spcPts val="587"/>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9pPr>
          </a:lstStyle>
          <a:p>
            <a:pPr lvl="0"/>
            <a:r>
              <a:rPr lang="en-US" smtClean="0"/>
              <a:t>Click to edit Master text styles</a:t>
            </a:r>
          </a:p>
        </p:txBody>
      </p:sp>
      <p:sp>
        <p:nvSpPr>
          <p:cNvPr id="86" name="Google Shape;86;p76"/>
          <p:cNvSpPr txBox="1">
            <a:spLocks noGrp="1"/>
          </p:cNvSpPr>
          <p:nvPr>
            <p:ph type="dt" idx="10"/>
          </p:nvPr>
        </p:nvSpPr>
        <p:spPr>
          <a:xfrm>
            <a:off x="681038" y="6356352"/>
            <a:ext cx="2228850" cy="365125"/>
          </a:xfrm>
          <a:prstGeom prst="rect">
            <a:avLst/>
          </a:prstGeom>
          <a:noFill/>
          <a:ln>
            <a:noFill/>
          </a:ln>
        </p:spPr>
        <p:txBody>
          <a:bodyPr spcFirstLastPara="1" wrap="square" lIns="107269" tIns="53620" rIns="107269" bIns="53620" anchor="t" anchorCtr="0">
            <a:noAutofit/>
          </a:bodyPr>
          <a:lstStyle>
            <a:lvl1pPr marR="0" lvl="0"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9pPr>
          </a:lstStyle>
          <a:p>
            <a:fld id="{D3A6FD30-5FB3-45E7-B180-7AE62E724E7F}" type="datetimeFigureOut">
              <a:rPr lang="en-US" smtClean="0"/>
              <a:t>3/3/2023</a:t>
            </a:fld>
            <a:endParaRPr lang="en-US"/>
          </a:p>
        </p:txBody>
      </p:sp>
      <p:sp>
        <p:nvSpPr>
          <p:cNvPr id="87" name="Google Shape;87;p76"/>
          <p:cNvSpPr txBox="1">
            <a:spLocks noGrp="1"/>
          </p:cNvSpPr>
          <p:nvPr>
            <p:ph type="ftr" idx="11"/>
          </p:nvPr>
        </p:nvSpPr>
        <p:spPr>
          <a:xfrm>
            <a:off x="3281363" y="6356352"/>
            <a:ext cx="3343275" cy="365125"/>
          </a:xfrm>
          <a:prstGeom prst="rect">
            <a:avLst/>
          </a:prstGeom>
          <a:noFill/>
          <a:ln>
            <a:noFill/>
          </a:ln>
        </p:spPr>
        <p:txBody>
          <a:bodyPr spcFirstLastPara="1" wrap="square" lIns="107269" tIns="53620" rIns="107269" bIns="53620" anchor="t" anchorCtr="0">
            <a:noAutofit/>
          </a:bodyPr>
          <a:lstStyle>
            <a:lvl1pPr marR="0" lvl="0"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9pPr>
          </a:lstStyle>
          <a:p>
            <a:endParaRPr lang="en-US"/>
          </a:p>
        </p:txBody>
      </p:sp>
      <p:sp>
        <p:nvSpPr>
          <p:cNvPr id="88" name="Google Shape;88;p76"/>
          <p:cNvSpPr txBox="1">
            <a:spLocks noGrp="1"/>
          </p:cNvSpPr>
          <p:nvPr>
            <p:ph type="sldNum" idx="12"/>
          </p:nvPr>
        </p:nvSpPr>
        <p:spPr>
          <a:xfrm>
            <a:off x="6996113" y="6356352"/>
            <a:ext cx="2228850" cy="365125"/>
          </a:xfrm>
          <a:prstGeom prst="rect">
            <a:avLst/>
          </a:prstGeom>
          <a:noFill/>
          <a:ln>
            <a:noFill/>
          </a:ln>
        </p:spPr>
        <p:txBody>
          <a:bodyPr spcFirstLastPara="1" wrap="square" lIns="107269" tIns="53620" rIns="107269" bIns="53620" anchor="t" anchorCtr="0">
            <a:noAutofit/>
          </a:bodyPr>
          <a:lstStyle>
            <a:lvl1pPr marL="0" marR="0" lvl="0"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2100" b="0" i="0" u="none" strike="noStrike" cap="none">
                <a:solidFill>
                  <a:schemeClr val="dk1"/>
                </a:solidFill>
                <a:latin typeface="Calibri"/>
                <a:ea typeface="Calibri"/>
                <a:cs typeface="Calibri"/>
                <a:sym typeface="Calibri"/>
              </a:defRPr>
            </a:lvl9pPr>
          </a:lstStyle>
          <a:p>
            <a:fld id="{3B2880C7-68A3-4510-9A1B-DEA1DC53696F}" type="slidenum">
              <a:rPr lang="en-US" smtClean="0"/>
              <a:t>‹#›</a:t>
            </a:fld>
            <a:endParaRPr lang="en-US"/>
          </a:p>
        </p:txBody>
      </p:sp>
    </p:spTree>
    <p:extLst>
      <p:ext uri="{BB962C8B-B14F-4D97-AF65-F5344CB8AC3E}">
        <p14:creationId xmlns:p14="http://schemas.microsoft.com/office/powerpoint/2010/main" val="289171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89"/>
        <p:cNvGrpSpPr/>
        <p:nvPr/>
      </p:nvGrpSpPr>
      <p:grpSpPr>
        <a:xfrm>
          <a:off x="0" y="0"/>
          <a:ext cx="0" cy="0"/>
          <a:chOff x="0" y="0"/>
          <a:chExt cx="0" cy="0"/>
        </a:xfrm>
      </p:grpSpPr>
      <p:sp>
        <p:nvSpPr>
          <p:cNvPr id="90" name="Google Shape;90;p77"/>
          <p:cNvSpPr txBox="1">
            <a:spLocks noGrp="1"/>
          </p:cNvSpPr>
          <p:nvPr>
            <p:ph type="title"/>
          </p:nvPr>
        </p:nvSpPr>
        <p:spPr>
          <a:xfrm>
            <a:off x="495300" y="274639"/>
            <a:ext cx="8915400" cy="1143000"/>
          </a:xfrm>
          <a:prstGeom prst="rect">
            <a:avLst/>
          </a:prstGeom>
          <a:noFill/>
          <a:ln>
            <a:noFill/>
          </a:ln>
        </p:spPr>
        <p:txBody>
          <a:bodyPr spcFirstLastPara="1" wrap="square" lIns="107269" tIns="53620" rIns="107269" bIns="53620" anchor="t" anchorCtr="0">
            <a:noAutofit/>
          </a:bodyPr>
          <a:lstStyle>
            <a:lvl1pPr marR="0" lvl="0" algn="l" rtl="0">
              <a:lnSpc>
                <a:spcPct val="90000"/>
              </a:lnSpc>
              <a:spcBef>
                <a:spcPts val="0"/>
              </a:spcBef>
              <a:spcAft>
                <a:spcPts val="0"/>
              </a:spcAft>
              <a:buClr>
                <a:schemeClr val="dk1"/>
              </a:buClr>
              <a:buSzPts val="4400"/>
              <a:buFont typeface="Calibri"/>
              <a:buNone/>
              <a:defRPr sz="5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9pPr>
          </a:lstStyle>
          <a:p>
            <a:r>
              <a:rPr lang="en-US" smtClean="0"/>
              <a:t>Click to edit Master title style</a:t>
            </a:r>
            <a:endParaRPr/>
          </a:p>
        </p:txBody>
      </p:sp>
    </p:spTree>
    <p:extLst>
      <p:ext uri="{BB962C8B-B14F-4D97-AF65-F5344CB8AC3E}">
        <p14:creationId xmlns:p14="http://schemas.microsoft.com/office/powerpoint/2010/main" val="1596249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91"/>
        <p:cNvGrpSpPr/>
        <p:nvPr/>
      </p:nvGrpSpPr>
      <p:grpSpPr>
        <a:xfrm>
          <a:off x="0" y="0"/>
          <a:ext cx="0" cy="0"/>
          <a:chOff x="0" y="0"/>
          <a:chExt cx="0" cy="0"/>
        </a:xfrm>
      </p:grpSpPr>
      <p:sp>
        <p:nvSpPr>
          <p:cNvPr id="92" name="Google Shape;92;p78"/>
          <p:cNvSpPr txBox="1">
            <a:spLocks noGrp="1"/>
          </p:cNvSpPr>
          <p:nvPr>
            <p:ph type="title"/>
          </p:nvPr>
        </p:nvSpPr>
        <p:spPr>
          <a:xfrm>
            <a:off x="495300" y="274639"/>
            <a:ext cx="8915400" cy="1143000"/>
          </a:xfrm>
          <a:prstGeom prst="rect">
            <a:avLst/>
          </a:prstGeom>
          <a:noFill/>
          <a:ln>
            <a:noFill/>
          </a:ln>
        </p:spPr>
        <p:txBody>
          <a:bodyPr spcFirstLastPara="1" wrap="square" lIns="107269" tIns="53620" rIns="107269" bIns="53620" anchor="t" anchorCtr="0">
            <a:noAutofit/>
          </a:bodyPr>
          <a:lstStyle>
            <a:lvl1pPr marR="0" lvl="0" algn="l" rtl="0">
              <a:lnSpc>
                <a:spcPct val="90000"/>
              </a:lnSpc>
              <a:spcBef>
                <a:spcPts val="0"/>
              </a:spcBef>
              <a:spcAft>
                <a:spcPts val="0"/>
              </a:spcAft>
              <a:buClr>
                <a:schemeClr val="dk1"/>
              </a:buClr>
              <a:buSzPts val="4400"/>
              <a:buFont typeface="Calibri"/>
              <a:buNone/>
              <a:defRPr sz="5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100" b="0" i="0" u="none" strike="noStrike" cap="none">
                <a:solidFill>
                  <a:srgbClr val="000000"/>
                </a:solidFill>
                <a:latin typeface="Arial"/>
                <a:ea typeface="Arial"/>
                <a:cs typeface="Arial"/>
                <a:sym typeface="Arial"/>
              </a:defRPr>
            </a:lvl9pPr>
          </a:lstStyle>
          <a:p>
            <a:r>
              <a:rPr lang="en-US" smtClean="0"/>
              <a:t>Click to edit Master title style</a:t>
            </a:r>
            <a:endParaRPr/>
          </a:p>
        </p:txBody>
      </p:sp>
    </p:spTree>
    <p:extLst>
      <p:ext uri="{BB962C8B-B14F-4D97-AF65-F5344CB8AC3E}">
        <p14:creationId xmlns:p14="http://schemas.microsoft.com/office/powerpoint/2010/main" val="2378495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6"/>
            <a:ext cx="8420100" cy="1470025"/>
          </a:xfrm>
          <a:prstGeom prst="rect">
            <a:avLst/>
          </a:prstGeom>
        </p:spPr>
        <p:txBody>
          <a:bodyPr lIns="107287" tIns="53643" rIns="107287" bIns="53643"/>
          <a:lstStyle/>
          <a:p>
            <a:r>
              <a:rPr lang="en-US" smtClean="0"/>
              <a:t>Click to edit Master title style</a:t>
            </a:r>
            <a:endParaRPr lang="en-US"/>
          </a:p>
        </p:txBody>
      </p:sp>
      <p:sp>
        <p:nvSpPr>
          <p:cNvPr id="3" name="Subtitle 2"/>
          <p:cNvSpPr>
            <a:spLocks noGrp="1"/>
          </p:cNvSpPr>
          <p:nvPr>
            <p:ph type="subTitle" idx="1"/>
          </p:nvPr>
        </p:nvSpPr>
        <p:spPr>
          <a:xfrm>
            <a:off x="1485900" y="3886200"/>
            <a:ext cx="6934200" cy="1752600"/>
          </a:xfrm>
          <a:prstGeom prst="rect">
            <a:avLst/>
          </a:prstGeom>
        </p:spPr>
        <p:txBody>
          <a:bodyPr lIns="107287" tIns="53643" rIns="107287" bIns="53643"/>
          <a:lstStyle>
            <a:lvl1pPr marL="0" indent="0" algn="ctr">
              <a:buNone/>
              <a:defRPr>
                <a:solidFill>
                  <a:schemeClr val="tx1">
                    <a:tint val="75000"/>
                  </a:schemeClr>
                </a:solidFill>
              </a:defRPr>
            </a:lvl1pPr>
            <a:lvl2pPr marL="536433" indent="0" algn="ctr">
              <a:buNone/>
              <a:defRPr>
                <a:solidFill>
                  <a:schemeClr val="tx1">
                    <a:tint val="75000"/>
                  </a:schemeClr>
                </a:solidFill>
              </a:defRPr>
            </a:lvl2pPr>
            <a:lvl3pPr marL="1072866" indent="0" algn="ctr">
              <a:buNone/>
              <a:defRPr>
                <a:solidFill>
                  <a:schemeClr val="tx1">
                    <a:tint val="75000"/>
                  </a:schemeClr>
                </a:solidFill>
              </a:defRPr>
            </a:lvl3pPr>
            <a:lvl4pPr marL="1609298" indent="0" algn="ctr">
              <a:buNone/>
              <a:defRPr>
                <a:solidFill>
                  <a:schemeClr val="tx1">
                    <a:tint val="75000"/>
                  </a:schemeClr>
                </a:solidFill>
              </a:defRPr>
            </a:lvl4pPr>
            <a:lvl5pPr marL="2145731" indent="0" algn="ctr">
              <a:buNone/>
              <a:defRPr>
                <a:solidFill>
                  <a:schemeClr val="tx1">
                    <a:tint val="75000"/>
                  </a:schemeClr>
                </a:solidFill>
              </a:defRPr>
            </a:lvl5pPr>
            <a:lvl6pPr marL="2682164" indent="0" algn="ctr">
              <a:buNone/>
              <a:defRPr>
                <a:solidFill>
                  <a:schemeClr val="tx1">
                    <a:tint val="75000"/>
                  </a:schemeClr>
                </a:solidFill>
              </a:defRPr>
            </a:lvl6pPr>
            <a:lvl7pPr marL="3218597" indent="0" algn="ctr">
              <a:buNone/>
              <a:defRPr>
                <a:solidFill>
                  <a:schemeClr val="tx1">
                    <a:tint val="75000"/>
                  </a:schemeClr>
                </a:solidFill>
              </a:defRPr>
            </a:lvl7pPr>
            <a:lvl8pPr marL="3755029" indent="0" algn="ctr">
              <a:buNone/>
              <a:defRPr>
                <a:solidFill>
                  <a:schemeClr val="tx1">
                    <a:tint val="75000"/>
                  </a:schemeClr>
                </a:solidFill>
              </a:defRPr>
            </a:lvl8pPr>
            <a:lvl9pPr marL="4291462"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495300" y="6356351"/>
            <a:ext cx="2311400" cy="365125"/>
          </a:xfrm>
          <a:prstGeom prst="rect">
            <a:avLst/>
          </a:prstGeom>
        </p:spPr>
        <p:txBody>
          <a:bodyPr lIns="107287" tIns="53643" rIns="107287" bIns="53643"/>
          <a:lstStyle/>
          <a:p>
            <a:fld id="{D3A6FD30-5FB3-45E7-B180-7AE62E724E7F}" type="datetimeFigureOut">
              <a:rPr lang="en-US" smtClean="0"/>
              <a:t>3/3/2023</a:t>
            </a:fld>
            <a:endParaRPr lang="en-US"/>
          </a:p>
        </p:txBody>
      </p:sp>
      <p:sp>
        <p:nvSpPr>
          <p:cNvPr id="5" name="Footer Placeholder 4"/>
          <p:cNvSpPr>
            <a:spLocks noGrp="1"/>
          </p:cNvSpPr>
          <p:nvPr>
            <p:ph type="ftr" sz="quarter" idx="11"/>
          </p:nvPr>
        </p:nvSpPr>
        <p:spPr>
          <a:xfrm>
            <a:off x="3384550" y="6356351"/>
            <a:ext cx="3136900" cy="365125"/>
          </a:xfrm>
          <a:prstGeom prst="rect">
            <a:avLst/>
          </a:prstGeom>
        </p:spPr>
        <p:txBody>
          <a:bodyPr lIns="107287" tIns="53643" rIns="107287" bIns="53643"/>
          <a:lstStyle/>
          <a:p>
            <a:endParaRPr lang="en-US"/>
          </a:p>
        </p:txBody>
      </p:sp>
      <p:sp>
        <p:nvSpPr>
          <p:cNvPr id="6" name="Slide Number Placeholder 5"/>
          <p:cNvSpPr>
            <a:spLocks noGrp="1"/>
          </p:cNvSpPr>
          <p:nvPr>
            <p:ph type="sldNum" sz="quarter" idx="12"/>
          </p:nvPr>
        </p:nvSpPr>
        <p:spPr>
          <a:xfrm>
            <a:off x="7099300" y="6356351"/>
            <a:ext cx="2311400" cy="365125"/>
          </a:xfrm>
          <a:prstGeom prst="rect">
            <a:avLst/>
          </a:prstGeom>
        </p:spPr>
        <p:txBody>
          <a:bodyPr lIns="107287" tIns="53643" rIns="107287" bIns="53643"/>
          <a:lstStyle/>
          <a:p>
            <a:fld id="{3B2880C7-68A3-4510-9A1B-DEA1DC53696F}" type="slidenum">
              <a:rPr lang="en-US" smtClean="0"/>
              <a:t>‹#›</a:t>
            </a:fld>
            <a:endParaRPr lang="en-US"/>
          </a:p>
        </p:txBody>
      </p:sp>
    </p:spTree>
    <p:extLst>
      <p:ext uri="{BB962C8B-B14F-4D97-AF65-F5344CB8AC3E}">
        <p14:creationId xmlns:p14="http://schemas.microsoft.com/office/powerpoint/2010/main" val="27895401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81038" y="6356356"/>
            <a:ext cx="2228850" cy="365125"/>
          </a:xfrm>
          <a:prstGeom prst="rect">
            <a:avLst/>
          </a:prstGeom>
        </p:spPr>
        <p:txBody>
          <a:bodyPr lIns="107287" tIns="53643" rIns="107287" bIns="53643"/>
          <a:lstStyle/>
          <a:p>
            <a:fld id="{F74E0460-F78B-4751-ACD5-CB1FA823892D}" type="datetime1">
              <a:rPr lang="en-US" smtClean="0"/>
              <a:t>3/3/2023</a:t>
            </a:fld>
            <a:endParaRPr lang="en-US"/>
          </a:p>
        </p:txBody>
      </p:sp>
      <p:sp>
        <p:nvSpPr>
          <p:cNvPr id="5" name="Footer Placeholder 4"/>
          <p:cNvSpPr>
            <a:spLocks noGrp="1"/>
          </p:cNvSpPr>
          <p:nvPr>
            <p:ph type="ftr" sz="quarter" idx="11"/>
          </p:nvPr>
        </p:nvSpPr>
        <p:spPr>
          <a:xfrm>
            <a:off x="3281363" y="6356356"/>
            <a:ext cx="3343275" cy="365125"/>
          </a:xfrm>
          <a:prstGeom prst="rect">
            <a:avLst/>
          </a:prstGeom>
        </p:spPr>
        <p:txBody>
          <a:bodyPr lIns="107287" tIns="53643" rIns="107287" bIns="53643"/>
          <a:lstStyle/>
          <a:p>
            <a:r>
              <a:rPr lang="en-US"/>
              <a:t>SIRAC/29-5-2020</a:t>
            </a:r>
          </a:p>
        </p:txBody>
      </p:sp>
      <p:sp>
        <p:nvSpPr>
          <p:cNvPr id="6" name="Slide Number Placeholder 5"/>
          <p:cNvSpPr>
            <a:spLocks noGrp="1"/>
          </p:cNvSpPr>
          <p:nvPr>
            <p:ph type="sldNum" sz="quarter" idx="12"/>
          </p:nvPr>
        </p:nvSpPr>
        <p:spPr>
          <a:xfrm>
            <a:off x="6996113" y="6356356"/>
            <a:ext cx="2228850" cy="365125"/>
          </a:xfrm>
          <a:prstGeom prst="rect">
            <a:avLst/>
          </a:prstGeom>
        </p:spPr>
        <p:txBody>
          <a:bodyPr lIns="107287" tIns="53643" rIns="107287" bIns="53643"/>
          <a:lstStyle/>
          <a:p>
            <a:fld id="{E564FDC1-7B51-4592-AE98-E280758EE1BE}" type="slidenum">
              <a:rPr lang="en-US" smtClean="0"/>
              <a:t>‹#›</a:t>
            </a:fld>
            <a:endParaRPr lang="en-US"/>
          </a:p>
        </p:txBody>
      </p:sp>
      <p:sp>
        <p:nvSpPr>
          <p:cNvPr id="7" name="Text Placeholder 2"/>
          <p:cNvSpPr>
            <a:spLocks noGrp="1"/>
          </p:cNvSpPr>
          <p:nvPr>
            <p:ph idx="1"/>
          </p:nvPr>
        </p:nvSpPr>
        <p:spPr>
          <a:xfrm>
            <a:off x="444414" y="1324633"/>
            <a:ext cx="8915400" cy="4525963"/>
          </a:xfrm>
          <a:prstGeom prst="rect">
            <a:avLst/>
          </a:prstGeom>
        </p:spPr>
        <p:txBody>
          <a:bodyPr vert="horz" lIns="107287" tIns="53643" rIns="107287" bIns="53643" rtlCol="0">
            <a:normAutofit/>
          </a:bodyPr>
          <a:lstStyle>
            <a:lvl1pPr marL="335270" indent="-335270">
              <a:buFont typeface="Arial" panose="020B0604020202020204" pitchFamily="34" charset="0"/>
              <a:buChar char="•"/>
              <a:defRPr sz="3300">
                <a:latin typeface="Times New Roman" panose="02020603050405020304" pitchFamily="18" charset="0"/>
                <a:cs typeface="Times New Roman" panose="02020603050405020304" pitchFamily="18" charset="0"/>
              </a:defRPr>
            </a:lvl1pPr>
            <a:lvl2pPr marL="871703" indent="-335270">
              <a:buFont typeface="Courier New" panose="02070309020205020404" pitchFamily="49" charset="0"/>
              <a:buChar char="o"/>
              <a:defRPr sz="2800">
                <a:latin typeface="Times New Roman" panose="02020603050405020304" pitchFamily="18" charset="0"/>
                <a:cs typeface="Times New Roman" panose="02020603050405020304" pitchFamily="18" charset="0"/>
              </a:defRPr>
            </a:lvl2pPr>
            <a:lvl3pPr marL="1408136" indent="-160930">
              <a:buFont typeface="Calibri" panose="020F0502020204030204" pitchFamily="34" charset="0"/>
              <a:buChar char="−"/>
              <a:defRPr sz="2300">
                <a:latin typeface="Times New Roman" panose="02020603050405020304" pitchFamily="18" charset="0"/>
                <a:cs typeface="Times New Roman" panose="02020603050405020304" pitchFamily="18" charset="0"/>
              </a:defRPr>
            </a:lvl3pPr>
            <a:lvl4pPr>
              <a:defRPr sz="2100">
                <a:latin typeface="Times New Roman" panose="02020603050405020304" pitchFamily="18" charset="0"/>
                <a:cs typeface="Times New Roman" panose="02020603050405020304" pitchFamily="18" charset="0"/>
              </a:defRPr>
            </a:lvl4pPr>
            <a:lvl5pPr>
              <a:defRPr sz="1600">
                <a:latin typeface="Times New Roman" panose="02020603050405020304" pitchFamily="18" charset="0"/>
                <a:cs typeface="Times New Roman" panose="02020603050405020304" pitchFamily="18"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243519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81038" y="6356356"/>
            <a:ext cx="2228850" cy="365125"/>
          </a:xfrm>
          <a:prstGeom prst="rect">
            <a:avLst/>
          </a:prstGeom>
        </p:spPr>
        <p:txBody>
          <a:bodyPr lIns="107287" tIns="53643" rIns="107287" bIns="53643"/>
          <a:lstStyle/>
          <a:p>
            <a:fld id="{57CA7694-521A-450C-9D96-31F4F6DC37F1}" type="datetime1">
              <a:rPr lang="en-US" smtClean="0"/>
              <a:t>3/3/2023</a:t>
            </a:fld>
            <a:endParaRPr lang="en-US"/>
          </a:p>
        </p:txBody>
      </p:sp>
      <p:sp>
        <p:nvSpPr>
          <p:cNvPr id="5" name="Footer Placeholder 4"/>
          <p:cNvSpPr>
            <a:spLocks noGrp="1"/>
          </p:cNvSpPr>
          <p:nvPr>
            <p:ph type="ftr" sz="quarter" idx="11"/>
          </p:nvPr>
        </p:nvSpPr>
        <p:spPr>
          <a:xfrm>
            <a:off x="3281363" y="6356356"/>
            <a:ext cx="3343275" cy="365125"/>
          </a:xfrm>
          <a:prstGeom prst="rect">
            <a:avLst/>
          </a:prstGeom>
        </p:spPr>
        <p:txBody>
          <a:bodyPr lIns="107287" tIns="53643" rIns="107287" bIns="53643"/>
          <a:lstStyle/>
          <a:p>
            <a:r>
              <a:rPr lang="en-US"/>
              <a:t>SIRAC/29-5-2020</a:t>
            </a:r>
          </a:p>
        </p:txBody>
      </p:sp>
      <p:sp>
        <p:nvSpPr>
          <p:cNvPr id="6" name="Slide Number Placeholder 5"/>
          <p:cNvSpPr>
            <a:spLocks noGrp="1"/>
          </p:cNvSpPr>
          <p:nvPr>
            <p:ph type="sldNum" sz="quarter" idx="12"/>
          </p:nvPr>
        </p:nvSpPr>
        <p:spPr>
          <a:xfrm>
            <a:off x="6996113" y="6356356"/>
            <a:ext cx="2228850" cy="365125"/>
          </a:xfrm>
          <a:prstGeom prst="rect">
            <a:avLst/>
          </a:prstGeom>
        </p:spPr>
        <p:txBody>
          <a:bodyPr lIns="107287" tIns="53643" rIns="107287" bIns="53643"/>
          <a:lstStyle/>
          <a:p>
            <a:fld id="{E564FDC1-7B51-4592-AE98-E280758EE1BE}" type="slidenum">
              <a:rPr lang="en-US" smtClean="0"/>
              <a:t>‹#›</a:t>
            </a:fld>
            <a:endParaRPr lang="en-US"/>
          </a:p>
        </p:txBody>
      </p:sp>
      <p:sp>
        <p:nvSpPr>
          <p:cNvPr id="7" name="Title 1"/>
          <p:cNvSpPr>
            <a:spLocks noGrp="1"/>
          </p:cNvSpPr>
          <p:nvPr>
            <p:ph type="title"/>
          </p:nvPr>
        </p:nvSpPr>
        <p:spPr>
          <a:xfrm>
            <a:off x="885437" y="214822"/>
            <a:ext cx="8019790" cy="874951"/>
          </a:xfrm>
          <a:prstGeom prst="rect">
            <a:avLst/>
          </a:prstGeom>
        </p:spPr>
        <p:txBody>
          <a:bodyPr lIns="107287" tIns="53643" rIns="107287" bIns="53643"/>
          <a:lstStyle>
            <a:lvl1pPr algn="ctr">
              <a:defRPr sz="4200">
                <a:solidFill>
                  <a:srgbClr val="930B0B"/>
                </a:solidFill>
                <a:latin typeface="Times New Roman" panose="02020603050405020304" pitchFamily="18" charset="0"/>
                <a:cs typeface="Times New Roman" panose="02020603050405020304" pitchFamily="18" charset="0"/>
              </a:defRPr>
            </a:lvl1pPr>
          </a:lstStyle>
          <a:p>
            <a:r>
              <a:rPr lang="en-US" smtClean="0"/>
              <a:t>Click to edit Master title style</a:t>
            </a:r>
            <a:endParaRPr lang="en-US" dirty="0"/>
          </a:p>
        </p:txBody>
      </p:sp>
      <p:sp>
        <p:nvSpPr>
          <p:cNvPr id="9" name="Text Placeholder 2"/>
          <p:cNvSpPr>
            <a:spLocks noGrp="1"/>
          </p:cNvSpPr>
          <p:nvPr>
            <p:ph idx="1"/>
          </p:nvPr>
        </p:nvSpPr>
        <p:spPr>
          <a:xfrm>
            <a:off x="444414" y="1324633"/>
            <a:ext cx="8915400" cy="4525963"/>
          </a:xfrm>
          <a:prstGeom prst="rect">
            <a:avLst/>
          </a:prstGeom>
        </p:spPr>
        <p:txBody>
          <a:bodyPr vert="horz" lIns="107287" tIns="53643" rIns="107287" bIns="53643" rtlCol="0">
            <a:normAutofit/>
          </a:bodyPr>
          <a:lstStyle>
            <a:lvl1pPr marL="335270" indent="-335270">
              <a:buFont typeface="Arial" panose="020B0604020202020204" pitchFamily="34" charset="0"/>
              <a:buChar char="•"/>
              <a:defRPr sz="3300">
                <a:latin typeface="Times New Roman" panose="02020603050405020304" pitchFamily="18" charset="0"/>
                <a:cs typeface="Times New Roman" panose="02020603050405020304" pitchFamily="18" charset="0"/>
              </a:defRPr>
            </a:lvl1pPr>
            <a:lvl2pPr marL="871703" indent="-335270">
              <a:buFont typeface="Courier New" panose="02070309020205020404" pitchFamily="49" charset="0"/>
              <a:buChar char="o"/>
              <a:defRPr sz="2800">
                <a:latin typeface="Times New Roman" panose="02020603050405020304" pitchFamily="18" charset="0"/>
                <a:cs typeface="Times New Roman" panose="02020603050405020304" pitchFamily="18" charset="0"/>
              </a:defRPr>
            </a:lvl2pPr>
            <a:lvl3pPr marL="1408136" indent="-160930">
              <a:buFont typeface="Calibri" panose="020F0502020204030204" pitchFamily="34" charset="0"/>
              <a:buChar char="−"/>
              <a:defRPr sz="2300">
                <a:latin typeface="Times New Roman" panose="02020603050405020304" pitchFamily="18" charset="0"/>
                <a:cs typeface="Times New Roman" panose="02020603050405020304" pitchFamily="18" charset="0"/>
              </a:defRPr>
            </a:lvl3pPr>
            <a:lvl4pPr>
              <a:defRPr sz="2100">
                <a:latin typeface="Times New Roman" panose="02020603050405020304" pitchFamily="18" charset="0"/>
                <a:cs typeface="Times New Roman" panose="02020603050405020304" pitchFamily="18" charset="0"/>
              </a:defRPr>
            </a:lvl4pPr>
            <a:lvl5pPr>
              <a:defRPr sz="1600">
                <a:latin typeface="Times New Roman" panose="02020603050405020304" pitchFamily="18" charset="0"/>
                <a:cs typeface="Times New Roman" panose="02020603050405020304" pitchFamily="18"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31503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58749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5"/>
            <a:ext cx="8543925" cy="2852737"/>
          </a:xfrm>
          <a:prstGeom prst="rect">
            <a:avLst/>
          </a:prstGeom>
        </p:spPr>
        <p:txBody>
          <a:bodyPr lIns="107287" tIns="53643" rIns="107287" bIns="53643" anchor="b"/>
          <a:lstStyle>
            <a:lvl1pPr>
              <a:defRPr sz="7000"/>
            </a:lvl1pPr>
          </a:lstStyle>
          <a:p>
            <a:r>
              <a:rPr lang="en-US" smtClean="0"/>
              <a:t>Click to edit Master title style</a:t>
            </a:r>
            <a:endParaRPr lang="en-US"/>
          </a:p>
        </p:txBody>
      </p:sp>
      <p:sp>
        <p:nvSpPr>
          <p:cNvPr id="3" name="Text Placeholder 2"/>
          <p:cNvSpPr>
            <a:spLocks noGrp="1"/>
          </p:cNvSpPr>
          <p:nvPr>
            <p:ph type="body" idx="1"/>
          </p:nvPr>
        </p:nvSpPr>
        <p:spPr>
          <a:xfrm>
            <a:off x="675879" y="4589469"/>
            <a:ext cx="8543925" cy="1500187"/>
          </a:xfrm>
          <a:prstGeom prst="rect">
            <a:avLst/>
          </a:prstGeom>
        </p:spPr>
        <p:txBody>
          <a:bodyPr lIns="107287" tIns="53643" rIns="107287" bIns="53643"/>
          <a:lstStyle>
            <a:lvl1pPr marL="0" indent="0">
              <a:buNone/>
              <a:defRPr sz="2800">
                <a:solidFill>
                  <a:schemeClr val="tx1">
                    <a:tint val="75000"/>
                  </a:schemeClr>
                </a:solidFill>
              </a:defRPr>
            </a:lvl1pPr>
            <a:lvl2pPr marL="536433" indent="0">
              <a:buNone/>
              <a:defRPr sz="2300">
                <a:solidFill>
                  <a:schemeClr val="tx1">
                    <a:tint val="75000"/>
                  </a:schemeClr>
                </a:solidFill>
              </a:defRPr>
            </a:lvl2pPr>
            <a:lvl3pPr marL="1072866" indent="0">
              <a:buNone/>
              <a:defRPr sz="2100">
                <a:solidFill>
                  <a:schemeClr val="tx1">
                    <a:tint val="75000"/>
                  </a:schemeClr>
                </a:solidFill>
              </a:defRPr>
            </a:lvl3pPr>
            <a:lvl4pPr marL="1609298" indent="0">
              <a:buNone/>
              <a:defRPr sz="1900">
                <a:solidFill>
                  <a:schemeClr val="tx1">
                    <a:tint val="75000"/>
                  </a:schemeClr>
                </a:solidFill>
              </a:defRPr>
            </a:lvl4pPr>
            <a:lvl5pPr marL="2145731" indent="0">
              <a:buNone/>
              <a:defRPr sz="1900">
                <a:solidFill>
                  <a:schemeClr val="tx1">
                    <a:tint val="75000"/>
                  </a:schemeClr>
                </a:solidFill>
              </a:defRPr>
            </a:lvl5pPr>
            <a:lvl6pPr marL="2682164" indent="0">
              <a:buNone/>
              <a:defRPr sz="1900">
                <a:solidFill>
                  <a:schemeClr val="tx1">
                    <a:tint val="75000"/>
                  </a:schemeClr>
                </a:solidFill>
              </a:defRPr>
            </a:lvl6pPr>
            <a:lvl7pPr marL="3218597" indent="0">
              <a:buNone/>
              <a:defRPr sz="1900">
                <a:solidFill>
                  <a:schemeClr val="tx1">
                    <a:tint val="75000"/>
                  </a:schemeClr>
                </a:solidFill>
              </a:defRPr>
            </a:lvl7pPr>
            <a:lvl8pPr marL="3755029" indent="0">
              <a:buNone/>
              <a:defRPr sz="1900">
                <a:solidFill>
                  <a:schemeClr val="tx1">
                    <a:tint val="75000"/>
                  </a:schemeClr>
                </a:solidFill>
              </a:defRPr>
            </a:lvl8pPr>
            <a:lvl9pPr marL="4291462" indent="0">
              <a:buNone/>
              <a:defRPr sz="19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681038" y="6356356"/>
            <a:ext cx="2228850" cy="365125"/>
          </a:xfrm>
          <a:prstGeom prst="rect">
            <a:avLst/>
          </a:prstGeom>
        </p:spPr>
        <p:txBody>
          <a:bodyPr lIns="107287" tIns="53643" rIns="107287" bIns="53643"/>
          <a:lstStyle/>
          <a:p>
            <a:fld id="{5F6FE439-C49D-4EC1-BB5F-F12E4768289D}" type="datetime1">
              <a:rPr lang="en-US" smtClean="0"/>
              <a:t>3/3/2023</a:t>
            </a:fld>
            <a:endParaRPr lang="en-US"/>
          </a:p>
        </p:txBody>
      </p:sp>
      <p:sp>
        <p:nvSpPr>
          <p:cNvPr id="5" name="Footer Placeholder 4"/>
          <p:cNvSpPr>
            <a:spLocks noGrp="1"/>
          </p:cNvSpPr>
          <p:nvPr>
            <p:ph type="ftr" sz="quarter" idx="11"/>
          </p:nvPr>
        </p:nvSpPr>
        <p:spPr>
          <a:xfrm>
            <a:off x="3281363" y="6356356"/>
            <a:ext cx="3343275" cy="365125"/>
          </a:xfrm>
          <a:prstGeom prst="rect">
            <a:avLst/>
          </a:prstGeom>
        </p:spPr>
        <p:txBody>
          <a:bodyPr lIns="107287" tIns="53643" rIns="107287" bIns="53643"/>
          <a:lstStyle/>
          <a:p>
            <a:r>
              <a:rPr lang="en-US"/>
              <a:t>SIRAC/29-5-2020</a:t>
            </a:r>
          </a:p>
        </p:txBody>
      </p:sp>
      <p:sp>
        <p:nvSpPr>
          <p:cNvPr id="6" name="Slide Number Placeholder 5"/>
          <p:cNvSpPr>
            <a:spLocks noGrp="1"/>
          </p:cNvSpPr>
          <p:nvPr>
            <p:ph type="sldNum" sz="quarter" idx="12"/>
          </p:nvPr>
        </p:nvSpPr>
        <p:spPr>
          <a:xfrm>
            <a:off x="6996113" y="6356356"/>
            <a:ext cx="2228850" cy="365125"/>
          </a:xfrm>
          <a:prstGeom prst="rect">
            <a:avLst/>
          </a:prstGeom>
        </p:spPr>
        <p:txBody>
          <a:bodyPr lIns="107287" tIns="53643" rIns="107287" bIns="53643"/>
          <a:lstStyle/>
          <a:p>
            <a:fld id="{E564FDC1-7B51-4592-AE98-E280758EE1BE}" type="slidenum">
              <a:rPr lang="en-US" smtClean="0"/>
              <a:t>‹#›</a:t>
            </a:fld>
            <a:endParaRPr lang="en-US"/>
          </a:p>
        </p:txBody>
      </p:sp>
    </p:spTree>
    <p:extLst>
      <p:ext uri="{BB962C8B-B14F-4D97-AF65-F5344CB8AC3E}">
        <p14:creationId xmlns:p14="http://schemas.microsoft.com/office/powerpoint/2010/main" val="36070055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85437" y="214822"/>
            <a:ext cx="8019790" cy="874951"/>
          </a:xfrm>
          <a:prstGeom prst="rect">
            <a:avLst/>
          </a:prstGeom>
        </p:spPr>
        <p:txBody>
          <a:bodyPr lIns="107287" tIns="53643" rIns="107287" bIns="53643"/>
          <a:lstStyle>
            <a:lvl1pPr algn="ctr">
              <a:defRPr sz="4200">
                <a:solidFill>
                  <a:srgbClr val="930B0B"/>
                </a:solidFill>
                <a:latin typeface="Times New Roman" panose="02020603050405020304" pitchFamily="18" charset="0"/>
                <a:cs typeface="Times New Roman" panose="02020603050405020304" pitchFamily="18" charset="0"/>
              </a:defRPr>
            </a:lvl1pPr>
          </a:lstStyle>
          <a:p>
            <a:r>
              <a:rPr lang="en-US" smtClean="0"/>
              <a:t>Click to edit Master title style</a:t>
            </a:r>
            <a:endParaRPr lang="en-US" dirty="0"/>
          </a:p>
        </p:txBody>
      </p:sp>
      <p:sp>
        <p:nvSpPr>
          <p:cNvPr id="3" name="Content Placeholder 2"/>
          <p:cNvSpPr>
            <a:spLocks noGrp="1"/>
          </p:cNvSpPr>
          <p:nvPr>
            <p:ph sz="half" idx="1"/>
          </p:nvPr>
        </p:nvSpPr>
        <p:spPr>
          <a:xfrm>
            <a:off x="427453" y="1189974"/>
            <a:ext cx="8935755" cy="4899308"/>
          </a:xfrm>
          <a:prstGeom prst="rect">
            <a:avLst/>
          </a:prstGeom>
        </p:spPr>
        <p:txBody>
          <a:bodyPr lIns="107287" tIns="53643" rIns="107287" bIns="53643"/>
          <a:lstStyle>
            <a:lvl1pPr>
              <a:defRPr>
                <a:latin typeface="Times New Roman" panose="02020603050405020304" pitchFamily="18" charset="0"/>
                <a:cs typeface="Times New Roman" panose="02020603050405020304" pitchFamily="18" charset="0"/>
              </a:defRPr>
            </a:lvl1pPr>
            <a:lvl2pPr marL="804649" indent="-268216">
              <a:buClr>
                <a:schemeClr val="accent2">
                  <a:lumMod val="75000"/>
                </a:schemeClr>
              </a:buClr>
              <a:buSzPct val="7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marL="1341082" indent="-268216">
              <a:buClr>
                <a:srgbClr val="8D4427"/>
              </a:buClr>
              <a:buSzPct val="70000"/>
              <a:buFont typeface="Times New Roman" panose="02020603050405020304" pitchFamily="18" charset="0"/>
              <a:buChar cha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795770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9"/>
            <a:ext cx="8543925" cy="1325563"/>
          </a:xfrm>
          <a:prstGeom prst="rect">
            <a:avLst/>
          </a:prstGeom>
        </p:spPr>
        <p:txBody>
          <a:bodyPr lIns="107287" tIns="53643" rIns="107287" bIns="53643"/>
          <a:lstStyle/>
          <a:p>
            <a:r>
              <a:rPr lang="en-US" smtClean="0"/>
              <a:t>Click to edit Master title style</a:t>
            </a:r>
            <a:endParaRPr lang="en-US"/>
          </a:p>
        </p:txBody>
      </p:sp>
      <p:sp>
        <p:nvSpPr>
          <p:cNvPr id="3" name="Text Placeholder 2"/>
          <p:cNvSpPr>
            <a:spLocks noGrp="1"/>
          </p:cNvSpPr>
          <p:nvPr>
            <p:ph type="body" idx="1"/>
          </p:nvPr>
        </p:nvSpPr>
        <p:spPr>
          <a:xfrm>
            <a:off x="550021" y="1606007"/>
            <a:ext cx="4190702" cy="823912"/>
          </a:xfrm>
          <a:prstGeom prst="rect">
            <a:avLst/>
          </a:prstGeom>
        </p:spPr>
        <p:txBody>
          <a:bodyPr lIns="107287" tIns="53643" rIns="107287" bIns="53643" anchor="b"/>
          <a:lstStyle>
            <a:lvl1pPr marL="0" indent="0">
              <a:buNone/>
              <a:defRPr sz="2800" b="1"/>
            </a:lvl1pPr>
            <a:lvl2pPr marL="536433" indent="0">
              <a:buNone/>
              <a:defRPr sz="2300" b="1"/>
            </a:lvl2pPr>
            <a:lvl3pPr marL="1072866" indent="0">
              <a:buNone/>
              <a:defRPr sz="2100" b="1"/>
            </a:lvl3pPr>
            <a:lvl4pPr marL="1609298" indent="0">
              <a:buNone/>
              <a:defRPr sz="1900" b="1"/>
            </a:lvl4pPr>
            <a:lvl5pPr marL="2145731" indent="0">
              <a:buNone/>
              <a:defRPr sz="1900" b="1"/>
            </a:lvl5pPr>
            <a:lvl6pPr marL="2682164" indent="0">
              <a:buNone/>
              <a:defRPr sz="1900" b="1"/>
            </a:lvl6pPr>
            <a:lvl7pPr marL="3218597" indent="0">
              <a:buNone/>
              <a:defRPr sz="1900" b="1"/>
            </a:lvl7pPr>
            <a:lvl8pPr marL="3755029" indent="0">
              <a:buNone/>
              <a:defRPr sz="1900" b="1"/>
            </a:lvl8pPr>
            <a:lvl9pPr marL="4291462" indent="0">
              <a:buNone/>
              <a:defRPr sz="1900" b="1"/>
            </a:lvl9pPr>
          </a:lstStyle>
          <a:p>
            <a:pPr lvl="0"/>
            <a:r>
              <a:rPr lang="en-US" smtClean="0"/>
              <a:t>Click to edit Master text styles</a:t>
            </a:r>
          </a:p>
        </p:txBody>
      </p:sp>
      <p:sp>
        <p:nvSpPr>
          <p:cNvPr id="4" name="Content Placeholder 3"/>
          <p:cNvSpPr>
            <a:spLocks noGrp="1"/>
          </p:cNvSpPr>
          <p:nvPr>
            <p:ph sz="half" idx="2"/>
          </p:nvPr>
        </p:nvSpPr>
        <p:spPr>
          <a:xfrm>
            <a:off x="682329" y="2505075"/>
            <a:ext cx="4190702" cy="3684588"/>
          </a:xfrm>
          <a:prstGeom prst="rect">
            <a:avLst/>
          </a:prstGeom>
        </p:spPr>
        <p:txBody>
          <a:bodyPr lIns="107287" tIns="53643" rIns="107287" bIns="53643"/>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014916" y="1681163"/>
            <a:ext cx="4211340" cy="823912"/>
          </a:xfrm>
          <a:prstGeom prst="rect">
            <a:avLst/>
          </a:prstGeom>
        </p:spPr>
        <p:txBody>
          <a:bodyPr lIns="107287" tIns="53643" rIns="107287" bIns="53643" anchor="b"/>
          <a:lstStyle>
            <a:lvl1pPr marL="0" indent="0">
              <a:buNone/>
              <a:defRPr sz="2800" b="1"/>
            </a:lvl1pPr>
            <a:lvl2pPr marL="536433" indent="0">
              <a:buNone/>
              <a:defRPr sz="2300" b="1"/>
            </a:lvl2pPr>
            <a:lvl3pPr marL="1072866" indent="0">
              <a:buNone/>
              <a:defRPr sz="2100" b="1"/>
            </a:lvl3pPr>
            <a:lvl4pPr marL="1609298" indent="0">
              <a:buNone/>
              <a:defRPr sz="1900" b="1"/>
            </a:lvl4pPr>
            <a:lvl5pPr marL="2145731" indent="0">
              <a:buNone/>
              <a:defRPr sz="1900" b="1"/>
            </a:lvl5pPr>
            <a:lvl6pPr marL="2682164" indent="0">
              <a:buNone/>
              <a:defRPr sz="1900" b="1"/>
            </a:lvl6pPr>
            <a:lvl7pPr marL="3218597" indent="0">
              <a:buNone/>
              <a:defRPr sz="1900" b="1"/>
            </a:lvl7pPr>
            <a:lvl8pPr marL="3755029" indent="0">
              <a:buNone/>
              <a:defRPr sz="1900" b="1"/>
            </a:lvl8pPr>
            <a:lvl9pPr marL="4291462" indent="0">
              <a:buNone/>
              <a:defRPr sz="1900" b="1"/>
            </a:lvl9pPr>
          </a:lstStyle>
          <a:p>
            <a:pPr lvl="0"/>
            <a:r>
              <a:rPr lang="en-US" smtClean="0"/>
              <a:t>Click to edit Master text styles</a:t>
            </a:r>
          </a:p>
        </p:txBody>
      </p:sp>
      <p:sp>
        <p:nvSpPr>
          <p:cNvPr id="6" name="Content Placeholder 5"/>
          <p:cNvSpPr>
            <a:spLocks noGrp="1"/>
          </p:cNvSpPr>
          <p:nvPr>
            <p:ph sz="quarter" idx="4"/>
          </p:nvPr>
        </p:nvSpPr>
        <p:spPr>
          <a:xfrm>
            <a:off x="5014916" y="2505075"/>
            <a:ext cx="4211340" cy="3684588"/>
          </a:xfrm>
          <a:prstGeom prst="rect">
            <a:avLst/>
          </a:prstGeom>
        </p:spPr>
        <p:txBody>
          <a:bodyPr lIns="107287" tIns="53643" rIns="107287" bIns="53643"/>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681038" y="6356356"/>
            <a:ext cx="2228850" cy="365125"/>
          </a:xfrm>
          <a:prstGeom prst="rect">
            <a:avLst/>
          </a:prstGeom>
        </p:spPr>
        <p:txBody>
          <a:bodyPr lIns="107287" tIns="53643" rIns="107287" bIns="53643"/>
          <a:lstStyle/>
          <a:p>
            <a:fld id="{AC268793-EB06-4C2E-A344-050FACD6263B}" type="datetime1">
              <a:rPr lang="en-US" smtClean="0"/>
              <a:t>3/3/2023</a:t>
            </a:fld>
            <a:endParaRPr lang="en-US"/>
          </a:p>
        </p:txBody>
      </p:sp>
      <p:sp>
        <p:nvSpPr>
          <p:cNvPr id="8" name="Footer Placeholder 7"/>
          <p:cNvSpPr>
            <a:spLocks noGrp="1"/>
          </p:cNvSpPr>
          <p:nvPr>
            <p:ph type="ftr" sz="quarter" idx="11"/>
          </p:nvPr>
        </p:nvSpPr>
        <p:spPr>
          <a:xfrm>
            <a:off x="3281363" y="6356356"/>
            <a:ext cx="3343275" cy="365125"/>
          </a:xfrm>
          <a:prstGeom prst="rect">
            <a:avLst/>
          </a:prstGeom>
        </p:spPr>
        <p:txBody>
          <a:bodyPr lIns="107287" tIns="53643" rIns="107287" bIns="53643"/>
          <a:lstStyle/>
          <a:p>
            <a:r>
              <a:rPr lang="en-US"/>
              <a:t>SIRAC/29-5-2020</a:t>
            </a:r>
          </a:p>
        </p:txBody>
      </p:sp>
      <p:sp>
        <p:nvSpPr>
          <p:cNvPr id="9" name="Slide Number Placeholder 8"/>
          <p:cNvSpPr>
            <a:spLocks noGrp="1"/>
          </p:cNvSpPr>
          <p:nvPr>
            <p:ph type="sldNum" sz="quarter" idx="12"/>
          </p:nvPr>
        </p:nvSpPr>
        <p:spPr>
          <a:xfrm>
            <a:off x="6996113" y="6356356"/>
            <a:ext cx="2228850" cy="365125"/>
          </a:xfrm>
          <a:prstGeom prst="rect">
            <a:avLst/>
          </a:prstGeom>
        </p:spPr>
        <p:txBody>
          <a:bodyPr lIns="107287" tIns="53643" rIns="107287" bIns="53643"/>
          <a:lstStyle/>
          <a:p>
            <a:fld id="{E564FDC1-7B51-4592-AE98-E280758EE1BE}" type="slidenum">
              <a:rPr lang="en-US" smtClean="0"/>
              <a:t>‹#›</a:t>
            </a:fld>
            <a:endParaRPr lang="en-US"/>
          </a:p>
        </p:txBody>
      </p:sp>
    </p:spTree>
    <p:extLst>
      <p:ext uri="{BB962C8B-B14F-4D97-AF65-F5344CB8AC3E}">
        <p14:creationId xmlns:p14="http://schemas.microsoft.com/office/powerpoint/2010/main" val="18238113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81038" y="365129"/>
            <a:ext cx="8543925" cy="1325563"/>
          </a:xfrm>
          <a:prstGeom prst="rect">
            <a:avLst/>
          </a:prstGeom>
        </p:spPr>
        <p:txBody>
          <a:bodyPr lIns="107287" tIns="53643" rIns="107287" bIns="53643"/>
          <a:lstStyle/>
          <a:p>
            <a:r>
              <a:rPr lang="en-US" smtClean="0"/>
              <a:t>Click to edit Master title style</a:t>
            </a:r>
            <a:endParaRPr lang="en-US"/>
          </a:p>
        </p:txBody>
      </p:sp>
      <p:sp>
        <p:nvSpPr>
          <p:cNvPr id="3" name="Date Placeholder 2"/>
          <p:cNvSpPr>
            <a:spLocks noGrp="1"/>
          </p:cNvSpPr>
          <p:nvPr>
            <p:ph type="dt" sz="half" idx="10"/>
          </p:nvPr>
        </p:nvSpPr>
        <p:spPr>
          <a:xfrm>
            <a:off x="681038" y="6356356"/>
            <a:ext cx="2228850" cy="365125"/>
          </a:xfrm>
          <a:prstGeom prst="rect">
            <a:avLst/>
          </a:prstGeom>
        </p:spPr>
        <p:txBody>
          <a:bodyPr lIns="107287" tIns="53643" rIns="107287" bIns="53643"/>
          <a:lstStyle/>
          <a:p>
            <a:fld id="{2FF30AE1-1730-442F-9262-909CF92DC89A}" type="datetime1">
              <a:rPr lang="en-US" smtClean="0"/>
              <a:t>3/3/2023</a:t>
            </a:fld>
            <a:endParaRPr lang="en-US"/>
          </a:p>
        </p:txBody>
      </p:sp>
      <p:sp>
        <p:nvSpPr>
          <p:cNvPr id="4" name="Footer Placeholder 3"/>
          <p:cNvSpPr>
            <a:spLocks noGrp="1"/>
          </p:cNvSpPr>
          <p:nvPr>
            <p:ph type="ftr" sz="quarter" idx="11"/>
          </p:nvPr>
        </p:nvSpPr>
        <p:spPr>
          <a:xfrm>
            <a:off x="3281363" y="6356356"/>
            <a:ext cx="3343275" cy="365125"/>
          </a:xfrm>
          <a:prstGeom prst="rect">
            <a:avLst/>
          </a:prstGeom>
        </p:spPr>
        <p:txBody>
          <a:bodyPr lIns="107287" tIns="53643" rIns="107287" bIns="53643"/>
          <a:lstStyle/>
          <a:p>
            <a:r>
              <a:rPr lang="en-US"/>
              <a:t>SIRAC/29-5-2020</a:t>
            </a:r>
          </a:p>
        </p:txBody>
      </p:sp>
      <p:sp>
        <p:nvSpPr>
          <p:cNvPr id="5" name="Slide Number Placeholder 4"/>
          <p:cNvSpPr>
            <a:spLocks noGrp="1"/>
          </p:cNvSpPr>
          <p:nvPr>
            <p:ph type="sldNum" sz="quarter" idx="12"/>
          </p:nvPr>
        </p:nvSpPr>
        <p:spPr>
          <a:xfrm>
            <a:off x="6996113" y="6356356"/>
            <a:ext cx="2228850" cy="365125"/>
          </a:xfrm>
          <a:prstGeom prst="rect">
            <a:avLst/>
          </a:prstGeom>
        </p:spPr>
        <p:txBody>
          <a:bodyPr lIns="107287" tIns="53643" rIns="107287" bIns="53643"/>
          <a:lstStyle/>
          <a:p>
            <a:fld id="{E564FDC1-7B51-4592-AE98-E280758EE1BE}" type="slidenum">
              <a:rPr lang="en-US" smtClean="0"/>
              <a:t>‹#›</a:t>
            </a:fld>
            <a:endParaRPr lang="en-US"/>
          </a:p>
        </p:txBody>
      </p:sp>
    </p:spTree>
    <p:extLst>
      <p:ext uri="{BB962C8B-B14F-4D97-AF65-F5344CB8AC3E}">
        <p14:creationId xmlns:p14="http://schemas.microsoft.com/office/powerpoint/2010/main" val="17796610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81038" y="6356356"/>
            <a:ext cx="2228850" cy="365125"/>
          </a:xfrm>
          <a:prstGeom prst="rect">
            <a:avLst/>
          </a:prstGeom>
        </p:spPr>
        <p:txBody>
          <a:bodyPr lIns="107287" tIns="53643" rIns="107287" bIns="53643"/>
          <a:lstStyle/>
          <a:p>
            <a:fld id="{3ED5625C-EF98-48BD-8FC8-5BF7C67FC7BA}" type="datetime1">
              <a:rPr lang="en-US" smtClean="0"/>
              <a:t>3/3/2023</a:t>
            </a:fld>
            <a:endParaRPr lang="en-US"/>
          </a:p>
        </p:txBody>
      </p:sp>
      <p:sp>
        <p:nvSpPr>
          <p:cNvPr id="3" name="Footer Placeholder 2"/>
          <p:cNvSpPr>
            <a:spLocks noGrp="1"/>
          </p:cNvSpPr>
          <p:nvPr>
            <p:ph type="ftr" sz="quarter" idx="11"/>
          </p:nvPr>
        </p:nvSpPr>
        <p:spPr>
          <a:xfrm>
            <a:off x="3281363" y="6356356"/>
            <a:ext cx="3343275" cy="365125"/>
          </a:xfrm>
          <a:prstGeom prst="rect">
            <a:avLst/>
          </a:prstGeom>
        </p:spPr>
        <p:txBody>
          <a:bodyPr lIns="107287" tIns="53643" rIns="107287" bIns="53643"/>
          <a:lstStyle/>
          <a:p>
            <a:r>
              <a:rPr lang="en-US"/>
              <a:t>SIRAC/29-5-2020</a:t>
            </a:r>
          </a:p>
        </p:txBody>
      </p:sp>
      <p:sp>
        <p:nvSpPr>
          <p:cNvPr id="4" name="Slide Number Placeholder 3"/>
          <p:cNvSpPr>
            <a:spLocks noGrp="1"/>
          </p:cNvSpPr>
          <p:nvPr>
            <p:ph type="sldNum" sz="quarter" idx="12"/>
          </p:nvPr>
        </p:nvSpPr>
        <p:spPr>
          <a:xfrm>
            <a:off x="6996113" y="6356356"/>
            <a:ext cx="2228850" cy="365125"/>
          </a:xfrm>
          <a:prstGeom prst="rect">
            <a:avLst/>
          </a:prstGeom>
        </p:spPr>
        <p:txBody>
          <a:bodyPr lIns="107287" tIns="53643" rIns="107287" bIns="53643"/>
          <a:lstStyle/>
          <a:p>
            <a:fld id="{E564FDC1-7B51-4592-AE98-E280758EE1BE}" type="slidenum">
              <a:rPr lang="en-US" smtClean="0"/>
              <a:t>‹#›</a:t>
            </a:fld>
            <a:endParaRPr lang="en-US"/>
          </a:p>
        </p:txBody>
      </p:sp>
    </p:spTree>
    <p:extLst>
      <p:ext uri="{BB962C8B-B14F-4D97-AF65-F5344CB8AC3E}">
        <p14:creationId xmlns:p14="http://schemas.microsoft.com/office/powerpoint/2010/main" val="2117622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a:prstGeom prst="rect">
            <a:avLst/>
          </a:prstGeom>
        </p:spPr>
        <p:txBody>
          <a:bodyPr lIns="107287" tIns="53643" rIns="107287" bIns="53643" anchor="b"/>
          <a:lstStyle>
            <a:lvl1pPr>
              <a:defRPr sz="3800"/>
            </a:lvl1pPr>
          </a:lstStyle>
          <a:p>
            <a:r>
              <a:rPr lang="en-US" smtClean="0"/>
              <a:t>Click to edit Master title style</a:t>
            </a:r>
            <a:endParaRPr lang="en-US"/>
          </a:p>
        </p:txBody>
      </p:sp>
      <p:sp>
        <p:nvSpPr>
          <p:cNvPr id="3" name="Content Placeholder 2"/>
          <p:cNvSpPr>
            <a:spLocks noGrp="1"/>
          </p:cNvSpPr>
          <p:nvPr>
            <p:ph idx="1"/>
          </p:nvPr>
        </p:nvSpPr>
        <p:spPr>
          <a:xfrm>
            <a:off x="4211340" y="987432"/>
            <a:ext cx="5014913" cy="4873625"/>
          </a:xfrm>
          <a:prstGeom prst="rect">
            <a:avLst/>
          </a:prstGeom>
        </p:spPr>
        <p:txBody>
          <a:bodyPr lIns="107287" tIns="53643" rIns="107287" bIns="53643"/>
          <a:lstStyle>
            <a:lvl1pPr>
              <a:defRPr sz="3800"/>
            </a:lvl1pPr>
            <a:lvl2pPr>
              <a:defRPr sz="3300"/>
            </a:lvl2pPr>
            <a:lvl3pPr>
              <a:defRPr sz="2800"/>
            </a:lvl3pPr>
            <a:lvl4pPr>
              <a:defRPr sz="2300"/>
            </a:lvl4pPr>
            <a:lvl5pPr>
              <a:defRPr sz="2300"/>
            </a:lvl5pPr>
            <a:lvl6pPr>
              <a:defRPr sz="2300"/>
            </a:lvl6pPr>
            <a:lvl7pPr>
              <a:defRPr sz="2300"/>
            </a:lvl7pPr>
            <a:lvl8pPr>
              <a:defRPr sz="2300"/>
            </a:lvl8pPr>
            <a:lvl9pPr>
              <a:defRPr sz="23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82328" y="2057401"/>
            <a:ext cx="3194943" cy="3811588"/>
          </a:xfrm>
          <a:prstGeom prst="rect">
            <a:avLst/>
          </a:prstGeom>
        </p:spPr>
        <p:txBody>
          <a:bodyPr lIns="107287" tIns="53643" rIns="107287" bIns="53643"/>
          <a:lstStyle>
            <a:lvl1pPr marL="0" indent="0">
              <a:buNone/>
              <a:defRPr sz="1900"/>
            </a:lvl1pPr>
            <a:lvl2pPr marL="536433" indent="0">
              <a:buNone/>
              <a:defRPr sz="1600"/>
            </a:lvl2pPr>
            <a:lvl3pPr marL="1072866" indent="0">
              <a:buNone/>
              <a:defRPr sz="1400"/>
            </a:lvl3pPr>
            <a:lvl4pPr marL="1609298" indent="0">
              <a:buNone/>
              <a:defRPr sz="1200"/>
            </a:lvl4pPr>
            <a:lvl5pPr marL="2145731" indent="0">
              <a:buNone/>
              <a:defRPr sz="1200"/>
            </a:lvl5pPr>
            <a:lvl6pPr marL="2682164" indent="0">
              <a:buNone/>
              <a:defRPr sz="1200"/>
            </a:lvl6pPr>
            <a:lvl7pPr marL="3218597" indent="0">
              <a:buNone/>
              <a:defRPr sz="1200"/>
            </a:lvl7pPr>
            <a:lvl8pPr marL="3755029" indent="0">
              <a:buNone/>
              <a:defRPr sz="1200"/>
            </a:lvl8pPr>
            <a:lvl9pPr marL="4291462" indent="0">
              <a:buNone/>
              <a:defRPr sz="1200"/>
            </a:lvl9pPr>
          </a:lstStyle>
          <a:p>
            <a:pPr lvl="0"/>
            <a:r>
              <a:rPr lang="en-US" smtClean="0"/>
              <a:t>Click to edit Master text styles</a:t>
            </a:r>
          </a:p>
        </p:txBody>
      </p:sp>
      <p:sp>
        <p:nvSpPr>
          <p:cNvPr id="5" name="Date Placeholder 4"/>
          <p:cNvSpPr>
            <a:spLocks noGrp="1"/>
          </p:cNvSpPr>
          <p:nvPr>
            <p:ph type="dt" sz="half" idx="10"/>
          </p:nvPr>
        </p:nvSpPr>
        <p:spPr>
          <a:xfrm>
            <a:off x="681038" y="6356356"/>
            <a:ext cx="2228850" cy="365125"/>
          </a:xfrm>
          <a:prstGeom prst="rect">
            <a:avLst/>
          </a:prstGeom>
        </p:spPr>
        <p:txBody>
          <a:bodyPr lIns="107287" tIns="53643" rIns="107287" bIns="53643"/>
          <a:lstStyle/>
          <a:p>
            <a:fld id="{22647B38-CBE4-43F0-83C7-2BFE19C03D99}" type="datetime1">
              <a:rPr lang="en-US" smtClean="0"/>
              <a:t>3/3/2023</a:t>
            </a:fld>
            <a:endParaRPr lang="en-US"/>
          </a:p>
        </p:txBody>
      </p:sp>
      <p:sp>
        <p:nvSpPr>
          <p:cNvPr id="6" name="Footer Placeholder 5"/>
          <p:cNvSpPr>
            <a:spLocks noGrp="1"/>
          </p:cNvSpPr>
          <p:nvPr>
            <p:ph type="ftr" sz="quarter" idx="11"/>
          </p:nvPr>
        </p:nvSpPr>
        <p:spPr>
          <a:xfrm>
            <a:off x="3281363" y="6356356"/>
            <a:ext cx="3343275" cy="365125"/>
          </a:xfrm>
          <a:prstGeom prst="rect">
            <a:avLst/>
          </a:prstGeom>
        </p:spPr>
        <p:txBody>
          <a:bodyPr lIns="107287" tIns="53643" rIns="107287" bIns="53643"/>
          <a:lstStyle/>
          <a:p>
            <a:r>
              <a:rPr lang="en-US"/>
              <a:t>SIRAC/29-5-2020</a:t>
            </a:r>
          </a:p>
        </p:txBody>
      </p:sp>
      <p:sp>
        <p:nvSpPr>
          <p:cNvPr id="7" name="Slide Number Placeholder 6"/>
          <p:cNvSpPr>
            <a:spLocks noGrp="1"/>
          </p:cNvSpPr>
          <p:nvPr>
            <p:ph type="sldNum" sz="quarter" idx="12"/>
          </p:nvPr>
        </p:nvSpPr>
        <p:spPr>
          <a:xfrm>
            <a:off x="6996113" y="6356356"/>
            <a:ext cx="2228850" cy="365125"/>
          </a:xfrm>
          <a:prstGeom prst="rect">
            <a:avLst/>
          </a:prstGeom>
        </p:spPr>
        <p:txBody>
          <a:bodyPr lIns="107287" tIns="53643" rIns="107287" bIns="53643"/>
          <a:lstStyle/>
          <a:p>
            <a:fld id="{E564FDC1-7B51-4592-AE98-E280758EE1BE}" type="slidenum">
              <a:rPr lang="en-US" smtClean="0"/>
              <a:t>‹#›</a:t>
            </a:fld>
            <a:endParaRPr lang="en-US"/>
          </a:p>
        </p:txBody>
      </p:sp>
    </p:spTree>
    <p:extLst>
      <p:ext uri="{BB962C8B-B14F-4D97-AF65-F5344CB8AC3E}">
        <p14:creationId xmlns:p14="http://schemas.microsoft.com/office/powerpoint/2010/main" val="5511873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a:prstGeom prst="rect">
            <a:avLst/>
          </a:prstGeom>
        </p:spPr>
        <p:txBody>
          <a:bodyPr lIns="107287" tIns="53643" rIns="107287" bIns="53643" anchor="b"/>
          <a:lstStyle>
            <a:lvl1pPr>
              <a:defRPr sz="3800"/>
            </a:lvl1pPr>
          </a:lstStyle>
          <a:p>
            <a:r>
              <a:rPr lang="en-US" smtClean="0"/>
              <a:t>Click to edit Master title style</a:t>
            </a:r>
            <a:endParaRPr lang="en-US"/>
          </a:p>
        </p:txBody>
      </p:sp>
      <p:sp>
        <p:nvSpPr>
          <p:cNvPr id="3" name="Picture Placeholder 2"/>
          <p:cNvSpPr>
            <a:spLocks noGrp="1"/>
          </p:cNvSpPr>
          <p:nvPr>
            <p:ph type="pic" idx="1"/>
          </p:nvPr>
        </p:nvSpPr>
        <p:spPr>
          <a:xfrm>
            <a:off x="4211340" y="987432"/>
            <a:ext cx="5014913" cy="4873625"/>
          </a:xfrm>
          <a:prstGeom prst="rect">
            <a:avLst/>
          </a:prstGeom>
        </p:spPr>
        <p:txBody>
          <a:bodyPr lIns="107287" tIns="53643" rIns="107287" bIns="53643"/>
          <a:lstStyle>
            <a:lvl1pPr marL="0" indent="0">
              <a:buNone/>
              <a:defRPr sz="3800"/>
            </a:lvl1pPr>
            <a:lvl2pPr marL="536433" indent="0">
              <a:buNone/>
              <a:defRPr sz="3300"/>
            </a:lvl2pPr>
            <a:lvl3pPr marL="1072866" indent="0">
              <a:buNone/>
              <a:defRPr sz="2800"/>
            </a:lvl3pPr>
            <a:lvl4pPr marL="1609298" indent="0">
              <a:buNone/>
              <a:defRPr sz="2300"/>
            </a:lvl4pPr>
            <a:lvl5pPr marL="2145731" indent="0">
              <a:buNone/>
              <a:defRPr sz="2300"/>
            </a:lvl5pPr>
            <a:lvl6pPr marL="2682164" indent="0">
              <a:buNone/>
              <a:defRPr sz="2300"/>
            </a:lvl6pPr>
            <a:lvl7pPr marL="3218597" indent="0">
              <a:buNone/>
              <a:defRPr sz="2300"/>
            </a:lvl7pPr>
            <a:lvl8pPr marL="3755029" indent="0">
              <a:buNone/>
              <a:defRPr sz="2300"/>
            </a:lvl8pPr>
            <a:lvl9pPr marL="4291462" indent="0">
              <a:buNone/>
              <a:defRPr sz="2300"/>
            </a:lvl9pPr>
          </a:lstStyle>
          <a:p>
            <a:r>
              <a:rPr lang="en-US" smtClean="0"/>
              <a:t>Click icon to add picture</a:t>
            </a:r>
            <a:endParaRPr lang="en-US"/>
          </a:p>
        </p:txBody>
      </p:sp>
      <p:sp>
        <p:nvSpPr>
          <p:cNvPr id="4" name="Text Placeholder 3"/>
          <p:cNvSpPr>
            <a:spLocks noGrp="1"/>
          </p:cNvSpPr>
          <p:nvPr>
            <p:ph type="body" sz="half" idx="2"/>
          </p:nvPr>
        </p:nvSpPr>
        <p:spPr>
          <a:xfrm>
            <a:off x="682328" y="2057401"/>
            <a:ext cx="3194943" cy="3811588"/>
          </a:xfrm>
          <a:prstGeom prst="rect">
            <a:avLst/>
          </a:prstGeom>
        </p:spPr>
        <p:txBody>
          <a:bodyPr lIns="107287" tIns="53643" rIns="107287" bIns="53643"/>
          <a:lstStyle>
            <a:lvl1pPr marL="0" indent="0">
              <a:buNone/>
              <a:defRPr sz="1900"/>
            </a:lvl1pPr>
            <a:lvl2pPr marL="536433" indent="0">
              <a:buNone/>
              <a:defRPr sz="1600"/>
            </a:lvl2pPr>
            <a:lvl3pPr marL="1072866" indent="0">
              <a:buNone/>
              <a:defRPr sz="1400"/>
            </a:lvl3pPr>
            <a:lvl4pPr marL="1609298" indent="0">
              <a:buNone/>
              <a:defRPr sz="1200"/>
            </a:lvl4pPr>
            <a:lvl5pPr marL="2145731" indent="0">
              <a:buNone/>
              <a:defRPr sz="1200"/>
            </a:lvl5pPr>
            <a:lvl6pPr marL="2682164" indent="0">
              <a:buNone/>
              <a:defRPr sz="1200"/>
            </a:lvl6pPr>
            <a:lvl7pPr marL="3218597" indent="0">
              <a:buNone/>
              <a:defRPr sz="1200"/>
            </a:lvl7pPr>
            <a:lvl8pPr marL="3755029" indent="0">
              <a:buNone/>
              <a:defRPr sz="1200"/>
            </a:lvl8pPr>
            <a:lvl9pPr marL="4291462" indent="0">
              <a:buNone/>
              <a:defRPr sz="1200"/>
            </a:lvl9pPr>
          </a:lstStyle>
          <a:p>
            <a:pPr lvl="0"/>
            <a:r>
              <a:rPr lang="en-US" smtClean="0"/>
              <a:t>Click to edit Master text styles</a:t>
            </a:r>
          </a:p>
        </p:txBody>
      </p:sp>
      <p:sp>
        <p:nvSpPr>
          <p:cNvPr id="5" name="Date Placeholder 4"/>
          <p:cNvSpPr>
            <a:spLocks noGrp="1"/>
          </p:cNvSpPr>
          <p:nvPr>
            <p:ph type="dt" sz="half" idx="10"/>
          </p:nvPr>
        </p:nvSpPr>
        <p:spPr>
          <a:xfrm>
            <a:off x="681038" y="6356356"/>
            <a:ext cx="2228850" cy="365125"/>
          </a:xfrm>
          <a:prstGeom prst="rect">
            <a:avLst/>
          </a:prstGeom>
        </p:spPr>
        <p:txBody>
          <a:bodyPr lIns="107287" tIns="53643" rIns="107287" bIns="53643"/>
          <a:lstStyle/>
          <a:p>
            <a:fld id="{774D2745-A1BB-4740-B2A6-77A91BD6B24F}" type="datetime1">
              <a:rPr lang="en-US" smtClean="0"/>
              <a:t>3/3/2023</a:t>
            </a:fld>
            <a:endParaRPr lang="en-US"/>
          </a:p>
        </p:txBody>
      </p:sp>
      <p:sp>
        <p:nvSpPr>
          <p:cNvPr id="6" name="Footer Placeholder 5"/>
          <p:cNvSpPr>
            <a:spLocks noGrp="1"/>
          </p:cNvSpPr>
          <p:nvPr>
            <p:ph type="ftr" sz="quarter" idx="11"/>
          </p:nvPr>
        </p:nvSpPr>
        <p:spPr>
          <a:xfrm>
            <a:off x="3281363" y="6356356"/>
            <a:ext cx="3343275" cy="365125"/>
          </a:xfrm>
          <a:prstGeom prst="rect">
            <a:avLst/>
          </a:prstGeom>
        </p:spPr>
        <p:txBody>
          <a:bodyPr lIns="107287" tIns="53643" rIns="107287" bIns="53643"/>
          <a:lstStyle/>
          <a:p>
            <a:r>
              <a:rPr lang="en-US"/>
              <a:t>SIRAC/29-5-2020</a:t>
            </a:r>
          </a:p>
        </p:txBody>
      </p:sp>
      <p:sp>
        <p:nvSpPr>
          <p:cNvPr id="7" name="Slide Number Placeholder 6"/>
          <p:cNvSpPr>
            <a:spLocks noGrp="1"/>
          </p:cNvSpPr>
          <p:nvPr>
            <p:ph type="sldNum" sz="quarter" idx="12"/>
          </p:nvPr>
        </p:nvSpPr>
        <p:spPr>
          <a:xfrm>
            <a:off x="6996113" y="6356356"/>
            <a:ext cx="2228850" cy="365125"/>
          </a:xfrm>
          <a:prstGeom prst="rect">
            <a:avLst/>
          </a:prstGeom>
        </p:spPr>
        <p:txBody>
          <a:bodyPr lIns="107287" tIns="53643" rIns="107287" bIns="53643"/>
          <a:lstStyle/>
          <a:p>
            <a:fld id="{E564FDC1-7B51-4592-AE98-E280758EE1BE}" type="slidenum">
              <a:rPr lang="en-US" smtClean="0"/>
              <a:t>‹#›</a:t>
            </a:fld>
            <a:endParaRPr lang="en-US"/>
          </a:p>
        </p:txBody>
      </p:sp>
    </p:spTree>
    <p:extLst>
      <p:ext uri="{BB962C8B-B14F-4D97-AF65-F5344CB8AC3E}">
        <p14:creationId xmlns:p14="http://schemas.microsoft.com/office/powerpoint/2010/main" val="23050958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81038" y="365129"/>
            <a:ext cx="8543925" cy="1325563"/>
          </a:xfrm>
          <a:prstGeom prst="rect">
            <a:avLst/>
          </a:prstGeom>
        </p:spPr>
        <p:txBody>
          <a:bodyPr lIns="107287" tIns="53643" rIns="107287" bIns="53643"/>
          <a:lstStyle/>
          <a:p>
            <a:r>
              <a:rPr lang="en-US" smtClean="0"/>
              <a:t>Click to edit Master title style</a:t>
            </a:r>
            <a:endParaRPr lang="en-US"/>
          </a:p>
        </p:txBody>
      </p:sp>
      <p:sp>
        <p:nvSpPr>
          <p:cNvPr id="3" name="Vertical Text Placeholder 2"/>
          <p:cNvSpPr>
            <a:spLocks noGrp="1"/>
          </p:cNvSpPr>
          <p:nvPr>
            <p:ph type="body" orient="vert" idx="1"/>
          </p:nvPr>
        </p:nvSpPr>
        <p:spPr>
          <a:xfrm>
            <a:off x="681038" y="1825625"/>
            <a:ext cx="8543925" cy="4351339"/>
          </a:xfrm>
          <a:prstGeom prst="rect">
            <a:avLst/>
          </a:prstGeom>
        </p:spPr>
        <p:txBody>
          <a:bodyPr vert="eaVert" lIns="107287" tIns="53643" rIns="107287" bIns="53643"/>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81038" y="6356356"/>
            <a:ext cx="2228850" cy="365125"/>
          </a:xfrm>
          <a:prstGeom prst="rect">
            <a:avLst/>
          </a:prstGeom>
        </p:spPr>
        <p:txBody>
          <a:bodyPr lIns="107287" tIns="53643" rIns="107287" bIns="53643"/>
          <a:lstStyle/>
          <a:p>
            <a:fld id="{46D82B56-AE6E-4339-A450-F4754EE48308}" type="datetime1">
              <a:rPr lang="en-US" smtClean="0"/>
              <a:t>3/3/2023</a:t>
            </a:fld>
            <a:endParaRPr lang="en-US"/>
          </a:p>
        </p:txBody>
      </p:sp>
      <p:sp>
        <p:nvSpPr>
          <p:cNvPr id="5" name="Footer Placeholder 4"/>
          <p:cNvSpPr>
            <a:spLocks noGrp="1"/>
          </p:cNvSpPr>
          <p:nvPr>
            <p:ph type="ftr" sz="quarter" idx="11"/>
          </p:nvPr>
        </p:nvSpPr>
        <p:spPr>
          <a:xfrm>
            <a:off x="3281363" y="6356356"/>
            <a:ext cx="3343275" cy="365125"/>
          </a:xfrm>
          <a:prstGeom prst="rect">
            <a:avLst/>
          </a:prstGeom>
        </p:spPr>
        <p:txBody>
          <a:bodyPr lIns="107287" tIns="53643" rIns="107287" bIns="53643"/>
          <a:lstStyle/>
          <a:p>
            <a:r>
              <a:rPr lang="en-US"/>
              <a:t>SIRAC/29-5-2020</a:t>
            </a:r>
          </a:p>
        </p:txBody>
      </p:sp>
      <p:sp>
        <p:nvSpPr>
          <p:cNvPr id="6" name="Slide Number Placeholder 5"/>
          <p:cNvSpPr>
            <a:spLocks noGrp="1"/>
          </p:cNvSpPr>
          <p:nvPr>
            <p:ph type="sldNum" sz="quarter" idx="12"/>
          </p:nvPr>
        </p:nvSpPr>
        <p:spPr>
          <a:xfrm>
            <a:off x="6996113" y="6356356"/>
            <a:ext cx="2228850" cy="365125"/>
          </a:xfrm>
          <a:prstGeom prst="rect">
            <a:avLst/>
          </a:prstGeom>
        </p:spPr>
        <p:txBody>
          <a:bodyPr lIns="107287" tIns="53643" rIns="107287" bIns="53643"/>
          <a:lstStyle/>
          <a:p>
            <a:fld id="{E564FDC1-7B51-4592-AE98-E280758EE1BE}" type="slidenum">
              <a:rPr lang="en-US" smtClean="0"/>
              <a:t>‹#›</a:t>
            </a:fld>
            <a:endParaRPr lang="en-US"/>
          </a:p>
        </p:txBody>
      </p:sp>
    </p:spTree>
    <p:extLst>
      <p:ext uri="{BB962C8B-B14F-4D97-AF65-F5344CB8AC3E}">
        <p14:creationId xmlns:p14="http://schemas.microsoft.com/office/powerpoint/2010/main" val="35016329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3" y="365126"/>
            <a:ext cx="2135981" cy="5811839"/>
          </a:xfrm>
          <a:prstGeom prst="rect">
            <a:avLst/>
          </a:prstGeom>
        </p:spPr>
        <p:txBody>
          <a:bodyPr vert="eaVert" lIns="107287" tIns="53643" rIns="107287" bIns="53643"/>
          <a:lstStyle/>
          <a:p>
            <a:r>
              <a:rPr lang="en-US" smtClean="0"/>
              <a:t>Click to edit Master title style</a:t>
            </a:r>
            <a:endParaRPr lang="en-US"/>
          </a:p>
        </p:txBody>
      </p:sp>
      <p:sp>
        <p:nvSpPr>
          <p:cNvPr id="3" name="Vertical Text Placeholder 2"/>
          <p:cNvSpPr>
            <a:spLocks noGrp="1"/>
          </p:cNvSpPr>
          <p:nvPr>
            <p:ph type="body" orient="vert" idx="1"/>
          </p:nvPr>
        </p:nvSpPr>
        <p:spPr>
          <a:xfrm>
            <a:off x="681041" y="365126"/>
            <a:ext cx="6284119" cy="5811839"/>
          </a:xfrm>
          <a:prstGeom prst="rect">
            <a:avLst/>
          </a:prstGeom>
        </p:spPr>
        <p:txBody>
          <a:bodyPr vert="eaVert" lIns="107287" tIns="53643" rIns="107287" bIns="53643"/>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81038" y="6356356"/>
            <a:ext cx="2228850" cy="365125"/>
          </a:xfrm>
          <a:prstGeom prst="rect">
            <a:avLst/>
          </a:prstGeom>
        </p:spPr>
        <p:txBody>
          <a:bodyPr lIns="107287" tIns="53643" rIns="107287" bIns="53643"/>
          <a:lstStyle/>
          <a:p>
            <a:fld id="{BDE04EE8-9791-44D9-8C72-CADA01B0B9BA}" type="datetime1">
              <a:rPr lang="en-US" smtClean="0"/>
              <a:t>3/3/2023</a:t>
            </a:fld>
            <a:endParaRPr lang="en-US"/>
          </a:p>
        </p:txBody>
      </p:sp>
      <p:sp>
        <p:nvSpPr>
          <p:cNvPr id="5" name="Footer Placeholder 4"/>
          <p:cNvSpPr>
            <a:spLocks noGrp="1"/>
          </p:cNvSpPr>
          <p:nvPr>
            <p:ph type="ftr" sz="quarter" idx="11"/>
          </p:nvPr>
        </p:nvSpPr>
        <p:spPr>
          <a:xfrm>
            <a:off x="3281363" y="6356356"/>
            <a:ext cx="3343275" cy="365125"/>
          </a:xfrm>
          <a:prstGeom prst="rect">
            <a:avLst/>
          </a:prstGeom>
        </p:spPr>
        <p:txBody>
          <a:bodyPr lIns="107287" tIns="53643" rIns="107287" bIns="53643"/>
          <a:lstStyle/>
          <a:p>
            <a:r>
              <a:rPr lang="en-US"/>
              <a:t>SIRAC/29-5-2020</a:t>
            </a:r>
          </a:p>
        </p:txBody>
      </p:sp>
      <p:sp>
        <p:nvSpPr>
          <p:cNvPr id="6" name="Slide Number Placeholder 5"/>
          <p:cNvSpPr>
            <a:spLocks noGrp="1"/>
          </p:cNvSpPr>
          <p:nvPr>
            <p:ph type="sldNum" sz="quarter" idx="12"/>
          </p:nvPr>
        </p:nvSpPr>
        <p:spPr>
          <a:xfrm>
            <a:off x="6996113" y="6356356"/>
            <a:ext cx="2228850" cy="365125"/>
          </a:xfrm>
          <a:prstGeom prst="rect">
            <a:avLst/>
          </a:prstGeom>
        </p:spPr>
        <p:txBody>
          <a:bodyPr lIns="107287" tIns="53643" rIns="107287" bIns="53643"/>
          <a:lstStyle/>
          <a:p>
            <a:fld id="{E564FDC1-7B51-4592-AE98-E280758EE1BE}" type="slidenum">
              <a:rPr lang="en-US" smtClean="0"/>
              <a:t>‹#›</a:t>
            </a:fld>
            <a:endParaRPr lang="en-US"/>
          </a:p>
        </p:txBody>
      </p:sp>
    </p:spTree>
    <p:extLst>
      <p:ext uri="{BB962C8B-B14F-4D97-AF65-F5344CB8AC3E}">
        <p14:creationId xmlns:p14="http://schemas.microsoft.com/office/powerpoint/2010/main" val="39482796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9"/>
            <a:ext cx="8915400" cy="1143000"/>
          </a:xfrm>
          <a:prstGeom prst="rect">
            <a:avLst/>
          </a:prstGeom>
        </p:spPr>
        <p:txBody>
          <a:bodyPr lIns="107287" tIns="53643" rIns="107287" bIns="53643"/>
          <a:lstStyle/>
          <a:p>
            <a:r>
              <a:rPr lang="en-US" smtClean="0"/>
              <a:t>Click to edit Master title style</a:t>
            </a:r>
            <a:endParaRPr lang="en-US"/>
          </a:p>
        </p:txBody>
      </p:sp>
    </p:spTree>
    <p:extLst>
      <p:ext uri="{BB962C8B-B14F-4D97-AF65-F5344CB8AC3E}">
        <p14:creationId xmlns:p14="http://schemas.microsoft.com/office/powerpoint/2010/main" val="33761181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9"/>
            <a:ext cx="8915400" cy="1143000"/>
          </a:xfrm>
          <a:prstGeom prst="rect">
            <a:avLst/>
          </a:prstGeom>
        </p:spPr>
        <p:txBody>
          <a:bodyPr lIns="107287" tIns="53643" rIns="107287" bIns="53643"/>
          <a:lstStyle/>
          <a:p>
            <a:r>
              <a:rPr lang="en-US" smtClean="0"/>
              <a:t>Click to edit Master title style</a:t>
            </a:r>
            <a:endParaRPr lang="en-US"/>
          </a:p>
        </p:txBody>
      </p:sp>
    </p:spTree>
    <p:extLst>
      <p:ext uri="{BB962C8B-B14F-4D97-AF65-F5344CB8AC3E}">
        <p14:creationId xmlns:p14="http://schemas.microsoft.com/office/powerpoint/2010/main" val="27167340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6"/>
            <a:ext cx="8420100" cy="1470025"/>
          </a:xfrm>
          <a:prstGeom prst="rect">
            <a:avLst/>
          </a:prstGeom>
        </p:spPr>
        <p:txBody>
          <a:bodyPr lIns="107287" tIns="53643" rIns="107287" bIns="53643"/>
          <a:lstStyle/>
          <a:p>
            <a:r>
              <a:rPr lang="en-US" smtClean="0"/>
              <a:t>Click to edit Master title style</a:t>
            </a:r>
            <a:endParaRPr lang="en-US"/>
          </a:p>
        </p:txBody>
      </p:sp>
      <p:sp>
        <p:nvSpPr>
          <p:cNvPr id="3" name="Subtitle 2"/>
          <p:cNvSpPr>
            <a:spLocks noGrp="1"/>
          </p:cNvSpPr>
          <p:nvPr>
            <p:ph type="subTitle" idx="1"/>
          </p:nvPr>
        </p:nvSpPr>
        <p:spPr>
          <a:xfrm>
            <a:off x="1485900" y="3886200"/>
            <a:ext cx="6934200" cy="1752600"/>
          </a:xfrm>
          <a:prstGeom prst="rect">
            <a:avLst/>
          </a:prstGeom>
        </p:spPr>
        <p:txBody>
          <a:bodyPr lIns="107287" tIns="53643" rIns="107287" bIns="53643"/>
          <a:lstStyle>
            <a:lvl1pPr marL="0" indent="0" algn="ctr">
              <a:buNone/>
              <a:defRPr>
                <a:solidFill>
                  <a:schemeClr val="tx1">
                    <a:tint val="75000"/>
                  </a:schemeClr>
                </a:solidFill>
              </a:defRPr>
            </a:lvl1pPr>
            <a:lvl2pPr marL="536433" indent="0" algn="ctr">
              <a:buNone/>
              <a:defRPr>
                <a:solidFill>
                  <a:schemeClr val="tx1">
                    <a:tint val="75000"/>
                  </a:schemeClr>
                </a:solidFill>
              </a:defRPr>
            </a:lvl2pPr>
            <a:lvl3pPr marL="1072866" indent="0" algn="ctr">
              <a:buNone/>
              <a:defRPr>
                <a:solidFill>
                  <a:schemeClr val="tx1">
                    <a:tint val="75000"/>
                  </a:schemeClr>
                </a:solidFill>
              </a:defRPr>
            </a:lvl3pPr>
            <a:lvl4pPr marL="1609298" indent="0" algn="ctr">
              <a:buNone/>
              <a:defRPr>
                <a:solidFill>
                  <a:schemeClr val="tx1">
                    <a:tint val="75000"/>
                  </a:schemeClr>
                </a:solidFill>
              </a:defRPr>
            </a:lvl4pPr>
            <a:lvl5pPr marL="2145731" indent="0" algn="ctr">
              <a:buNone/>
              <a:defRPr>
                <a:solidFill>
                  <a:schemeClr val="tx1">
                    <a:tint val="75000"/>
                  </a:schemeClr>
                </a:solidFill>
              </a:defRPr>
            </a:lvl5pPr>
            <a:lvl6pPr marL="2682164" indent="0" algn="ctr">
              <a:buNone/>
              <a:defRPr>
                <a:solidFill>
                  <a:schemeClr val="tx1">
                    <a:tint val="75000"/>
                  </a:schemeClr>
                </a:solidFill>
              </a:defRPr>
            </a:lvl6pPr>
            <a:lvl7pPr marL="3218597" indent="0" algn="ctr">
              <a:buNone/>
              <a:defRPr>
                <a:solidFill>
                  <a:schemeClr val="tx1">
                    <a:tint val="75000"/>
                  </a:schemeClr>
                </a:solidFill>
              </a:defRPr>
            </a:lvl7pPr>
            <a:lvl8pPr marL="3755029" indent="0" algn="ctr">
              <a:buNone/>
              <a:defRPr>
                <a:solidFill>
                  <a:schemeClr val="tx1">
                    <a:tint val="75000"/>
                  </a:schemeClr>
                </a:solidFill>
              </a:defRPr>
            </a:lvl8pPr>
            <a:lvl9pPr marL="4291462"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495300" y="6356351"/>
            <a:ext cx="2311400" cy="365125"/>
          </a:xfrm>
          <a:prstGeom prst="rect">
            <a:avLst/>
          </a:prstGeom>
        </p:spPr>
        <p:txBody>
          <a:bodyPr lIns="107287" tIns="53643" rIns="107287" bIns="53643"/>
          <a:lstStyle/>
          <a:p>
            <a:fld id="{D3A6FD30-5FB3-45E7-B180-7AE62E724E7F}" type="datetimeFigureOut">
              <a:rPr lang="en-US" smtClean="0"/>
              <a:t>3/3/2023</a:t>
            </a:fld>
            <a:endParaRPr lang="en-US"/>
          </a:p>
        </p:txBody>
      </p:sp>
      <p:sp>
        <p:nvSpPr>
          <p:cNvPr id="5" name="Footer Placeholder 4"/>
          <p:cNvSpPr>
            <a:spLocks noGrp="1"/>
          </p:cNvSpPr>
          <p:nvPr>
            <p:ph type="ftr" sz="quarter" idx="11"/>
          </p:nvPr>
        </p:nvSpPr>
        <p:spPr>
          <a:xfrm>
            <a:off x="3384550" y="6356351"/>
            <a:ext cx="3136900" cy="365125"/>
          </a:xfrm>
          <a:prstGeom prst="rect">
            <a:avLst/>
          </a:prstGeom>
        </p:spPr>
        <p:txBody>
          <a:bodyPr lIns="107287" tIns="53643" rIns="107287" bIns="53643"/>
          <a:lstStyle/>
          <a:p>
            <a:endParaRPr lang="en-US"/>
          </a:p>
        </p:txBody>
      </p:sp>
      <p:sp>
        <p:nvSpPr>
          <p:cNvPr id="6" name="Slide Number Placeholder 5"/>
          <p:cNvSpPr>
            <a:spLocks noGrp="1"/>
          </p:cNvSpPr>
          <p:nvPr>
            <p:ph type="sldNum" sz="quarter" idx="12"/>
          </p:nvPr>
        </p:nvSpPr>
        <p:spPr>
          <a:xfrm>
            <a:off x="7099300" y="6356351"/>
            <a:ext cx="2311400" cy="365125"/>
          </a:xfrm>
          <a:prstGeom prst="rect">
            <a:avLst/>
          </a:prstGeom>
        </p:spPr>
        <p:txBody>
          <a:bodyPr lIns="107287" tIns="53643" rIns="107287" bIns="53643"/>
          <a:lstStyle/>
          <a:p>
            <a:fld id="{3B2880C7-68A3-4510-9A1B-DEA1DC53696F}" type="slidenum">
              <a:rPr lang="en-US" smtClean="0"/>
              <a:t>‹#›</a:t>
            </a:fld>
            <a:endParaRPr lang="en-US"/>
          </a:p>
        </p:txBody>
      </p:sp>
    </p:spTree>
    <p:extLst>
      <p:ext uri="{BB962C8B-B14F-4D97-AF65-F5344CB8AC3E}">
        <p14:creationId xmlns:p14="http://schemas.microsoft.com/office/powerpoint/2010/main" val="2789540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image" Target="../media/image1.png"/><Relationship Id="rId2" Type="http://schemas.openxmlformats.org/officeDocument/2006/relationships/slideLayout" Target="../slideLayouts/slideLayout13.xml"/><Relationship Id="rId16" Type="http://schemas.openxmlformats.org/officeDocument/2006/relationships/theme" Target="../theme/theme2.xml"/><Relationship Id="rId20" Type="http://schemas.openxmlformats.org/officeDocument/2006/relationships/image" Target="../media/image5.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3.pn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Google Shape;10;p62"/>
          <p:cNvSpPr txBox="1"/>
          <p:nvPr/>
        </p:nvSpPr>
        <p:spPr>
          <a:xfrm>
            <a:off x="1244148" y="294320"/>
            <a:ext cx="7417708" cy="737960"/>
          </a:xfrm>
          <a:prstGeom prst="rect">
            <a:avLst/>
          </a:prstGeom>
          <a:noFill/>
          <a:ln>
            <a:noFill/>
          </a:ln>
        </p:spPr>
        <p:txBody>
          <a:bodyPr spcFirstLastPara="1" wrap="square" lIns="107269" tIns="53620" rIns="107269" bIns="53620" anchor="t" anchorCtr="0">
            <a:noAutofit/>
          </a:bodyPr>
          <a:lstStyle/>
          <a:p>
            <a:pPr marL="0" marR="0" lvl="0" indent="0" algn="ctr" rtl="0">
              <a:lnSpc>
                <a:spcPct val="90000"/>
              </a:lnSpc>
              <a:spcBef>
                <a:spcPts val="0"/>
              </a:spcBef>
              <a:spcAft>
                <a:spcPts val="0"/>
              </a:spcAft>
              <a:buClr>
                <a:schemeClr val="dk1"/>
              </a:buClr>
              <a:buSzPts val="4400"/>
              <a:buFont typeface="Calibri"/>
              <a:buNone/>
            </a:pPr>
            <a:endParaRPr sz="5200" b="0" i="0" u="none" strike="noStrike" cap="none">
              <a:solidFill>
                <a:schemeClr val="dk1"/>
              </a:solidFill>
              <a:latin typeface="Calibri"/>
              <a:ea typeface="Calibri"/>
              <a:cs typeface="Calibri"/>
              <a:sym typeface="Calibri"/>
            </a:endParaRPr>
          </a:p>
        </p:txBody>
      </p:sp>
      <p:sp>
        <p:nvSpPr>
          <p:cNvPr id="11" name="Google Shape;11;p62"/>
          <p:cNvSpPr txBox="1"/>
          <p:nvPr/>
        </p:nvSpPr>
        <p:spPr>
          <a:xfrm>
            <a:off x="351424" y="6373655"/>
            <a:ext cx="1577295" cy="365125"/>
          </a:xfrm>
          <a:prstGeom prst="rect">
            <a:avLst/>
          </a:prstGeom>
          <a:noFill/>
          <a:ln>
            <a:noFill/>
          </a:ln>
        </p:spPr>
        <p:txBody>
          <a:bodyPr spcFirstLastPara="1" wrap="square" lIns="107269" tIns="53620" rIns="107269" bIns="5362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chemeClr val="lt1"/>
                </a:solidFill>
                <a:latin typeface="Times New Roman"/>
                <a:ea typeface="Times New Roman"/>
                <a:cs typeface="Times New Roman"/>
                <a:sym typeface="Times New Roman"/>
              </a:rPr>
              <a:t>8/27/2020</a:t>
            </a:r>
            <a:endParaRPr sz="1600" b="1" i="0" u="none" strike="noStrike" cap="none">
              <a:solidFill>
                <a:schemeClr val="lt1"/>
              </a:solidFill>
              <a:latin typeface="Times New Roman"/>
              <a:ea typeface="Times New Roman"/>
              <a:cs typeface="Times New Roman"/>
              <a:sym typeface="Times New Roman"/>
            </a:endParaRPr>
          </a:p>
        </p:txBody>
      </p:sp>
      <p:sp>
        <p:nvSpPr>
          <p:cNvPr id="12" name="Google Shape;12;p62"/>
          <p:cNvSpPr txBox="1"/>
          <p:nvPr/>
        </p:nvSpPr>
        <p:spPr>
          <a:xfrm>
            <a:off x="8926881" y="6347052"/>
            <a:ext cx="651556" cy="365125"/>
          </a:xfrm>
          <a:prstGeom prst="rect">
            <a:avLst/>
          </a:prstGeom>
          <a:noFill/>
          <a:ln>
            <a:noFill/>
          </a:ln>
        </p:spPr>
        <p:txBody>
          <a:bodyPr spcFirstLastPara="1" wrap="square" lIns="107269" tIns="53620" rIns="107269" bIns="53620" anchor="t" anchorCtr="0">
            <a:noAutofit/>
          </a:bodyPr>
          <a:lstStyle/>
          <a:p>
            <a:pPr marL="0" marR="0" lvl="0" indent="0" algn="ctr" rtl="0">
              <a:lnSpc>
                <a:spcPct val="100000"/>
              </a:lnSpc>
              <a:spcBef>
                <a:spcPts val="0"/>
              </a:spcBef>
              <a:spcAft>
                <a:spcPts val="0"/>
              </a:spcAft>
              <a:buClr>
                <a:srgbClr val="000000"/>
              </a:buClr>
              <a:buSzPts val="1400"/>
              <a:buFont typeface="Arial"/>
              <a:buNone/>
            </a:pPr>
            <a:fld id="{00000000-1234-1234-1234-123412341234}" type="slidenum">
              <a:rPr lang="en-US" sz="1600" b="1" i="0" u="none" strike="noStrike" cap="none">
                <a:solidFill>
                  <a:schemeClr val="lt1"/>
                </a:solidFill>
                <a:latin typeface="Times New Roman"/>
                <a:ea typeface="Times New Roman"/>
                <a:cs typeface="Times New Roman"/>
                <a:sym typeface="Times New Roman"/>
              </a:rPr>
              <a:pPr marL="0" marR="0" lvl="0" indent="0" algn="ctr" rtl="0">
                <a:lnSpc>
                  <a:spcPct val="100000"/>
                </a:lnSpc>
                <a:spcBef>
                  <a:spcPts val="0"/>
                </a:spcBef>
                <a:spcAft>
                  <a:spcPts val="0"/>
                </a:spcAft>
                <a:buClr>
                  <a:srgbClr val="000000"/>
                </a:buClr>
                <a:buSzPts val="1400"/>
                <a:buFont typeface="Arial"/>
                <a:buNone/>
              </a:pPr>
              <a:t>‹#›</a:t>
            </a:fld>
            <a:endParaRPr sz="1600" b="1" i="0" u="none" strike="noStrike" cap="none">
              <a:solidFill>
                <a:schemeClr val="lt1"/>
              </a:solidFill>
              <a:latin typeface="Times New Roman"/>
              <a:ea typeface="Times New Roman"/>
              <a:cs typeface="Times New Roman"/>
              <a:sym typeface="Times New Roman"/>
            </a:endParaRPr>
          </a:p>
        </p:txBody>
      </p:sp>
      <p:cxnSp>
        <p:nvCxnSpPr>
          <p:cNvPr id="13" name="Google Shape;13;p62"/>
          <p:cNvCxnSpPr/>
          <p:nvPr/>
        </p:nvCxnSpPr>
        <p:spPr>
          <a:xfrm>
            <a:off x="188423" y="524445"/>
            <a:ext cx="16272" cy="5873873"/>
          </a:xfrm>
          <a:prstGeom prst="straightConnector1">
            <a:avLst/>
          </a:prstGeom>
          <a:noFill/>
          <a:ln w="9525" cap="flat" cmpd="sng">
            <a:solidFill>
              <a:schemeClr val="accent2"/>
            </a:solidFill>
            <a:prstDash val="solid"/>
            <a:miter lim="800000"/>
            <a:headEnd type="none" w="sm" len="sm"/>
            <a:tailEnd type="none" w="sm" len="sm"/>
          </a:ln>
        </p:spPr>
      </p:cxnSp>
      <p:cxnSp>
        <p:nvCxnSpPr>
          <p:cNvPr id="14" name="Google Shape;14;p62"/>
          <p:cNvCxnSpPr/>
          <p:nvPr/>
        </p:nvCxnSpPr>
        <p:spPr>
          <a:xfrm>
            <a:off x="9705347" y="135449"/>
            <a:ext cx="15572" cy="6100959"/>
          </a:xfrm>
          <a:prstGeom prst="straightConnector1">
            <a:avLst/>
          </a:prstGeom>
          <a:noFill/>
          <a:ln w="9525" cap="flat" cmpd="sng">
            <a:solidFill>
              <a:schemeClr val="accent2"/>
            </a:solidFill>
            <a:prstDash val="solid"/>
            <a:miter lim="800000"/>
            <a:headEnd type="none" w="sm" len="sm"/>
            <a:tailEnd type="none" w="sm" len="sm"/>
          </a:ln>
        </p:spPr>
      </p:cxnSp>
      <p:cxnSp>
        <p:nvCxnSpPr>
          <p:cNvPr id="15" name="Google Shape;15;p62"/>
          <p:cNvCxnSpPr/>
          <p:nvPr/>
        </p:nvCxnSpPr>
        <p:spPr>
          <a:xfrm>
            <a:off x="465047" y="135448"/>
            <a:ext cx="9248085" cy="0"/>
          </a:xfrm>
          <a:prstGeom prst="straightConnector1">
            <a:avLst/>
          </a:prstGeom>
          <a:noFill/>
          <a:ln w="9525" cap="flat" cmpd="sng">
            <a:solidFill>
              <a:schemeClr val="accent2"/>
            </a:solidFill>
            <a:prstDash val="solid"/>
            <a:miter lim="800000"/>
            <a:headEnd type="none" w="sm" len="sm"/>
            <a:tailEnd type="none" w="sm" len="sm"/>
          </a:ln>
        </p:spPr>
      </p:cxnSp>
      <p:cxnSp>
        <p:nvCxnSpPr>
          <p:cNvPr id="16" name="Google Shape;16;p62"/>
          <p:cNvCxnSpPr/>
          <p:nvPr/>
        </p:nvCxnSpPr>
        <p:spPr>
          <a:xfrm>
            <a:off x="204695" y="6398315"/>
            <a:ext cx="260325" cy="293100"/>
          </a:xfrm>
          <a:prstGeom prst="curvedConnector3">
            <a:avLst>
              <a:gd name="adj1" fmla="val 50000"/>
            </a:avLst>
          </a:prstGeom>
          <a:noFill/>
          <a:ln w="9525" cap="flat" cmpd="sng">
            <a:solidFill>
              <a:schemeClr val="accent2"/>
            </a:solidFill>
            <a:prstDash val="solid"/>
            <a:miter lim="800000"/>
            <a:headEnd type="none" w="sm" len="sm"/>
            <a:tailEnd type="none" w="sm" len="sm"/>
          </a:ln>
        </p:spPr>
      </p:cxnSp>
      <p:cxnSp>
        <p:nvCxnSpPr>
          <p:cNvPr id="17" name="Google Shape;17;p62"/>
          <p:cNvCxnSpPr/>
          <p:nvPr/>
        </p:nvCxnSpPr>
        <p:spPr>
          <a:xfrm rot="5400000">
            <a:off x="9348489" y="6318775"/>
            <a:ext cx="454800" cy="290063"/>
          </a:xfrm>
          <a:prstGeom prst="curvedConnector3">
            <a:avLst>
              <a:gd name="adj1" fmla="val 50000"/>
            </a:avLst>
          </a:prstGeom>
          <a:noFill/>
          <a:ln w="9525" cap="flat" cmpd="sng">
            <a:solidFill>
              <a:schemeClr val="accent2"/>
            </a:solidFill>
            <a:prstDash val="solid"/>
            <a:miter lim="800000"/>
            <a:headEnd type="none" w="sm" len="sm"/>
            <a:tailEnd type="none" w="sm" len="sm"/>
          </a:ln>
        </p:spPr>
      </p:cxnSp>
      <p:pic>
        <p:nvPicPr>
          <p:cNvPr id="18" name="Google Shape;18;p62"/>
          <p:cNvPicPr preferRelativeResize="0"/>
          <p:nvPr/>
        </p:nvPicPr>
        <p:blipFill rotWithShape="1">
          <a:blip r:embed="rId13">
            <a:alphaModFix/>
          </a:blip>
          <a:srcRect/>
          <a:stretch/>
        </p:blipFill>
        <p:spPr>
          <a:xfrm>
            <a:off x="493" y="135448"/>
            <a:ext cx="460654" cy="6722552"/>
          </a:xfrm>
          <a:prstGeom prst="rect">
            <a:avLst/>
          </a:prstGeom>
          <a:noFill/>
          <a:ln>
            <a:noFill/>
          </a:ln>
        </p:spPr>
      </p:pic>
      <p:pic>
        <p:nvPicPr>
          <p:cNvPr id="19" name="Google Shape;19;p62"/>
          <p:cNvPicPr preferRelativeResize="0"/>
          <p:nvPr/>
        </p:nvPicPr>
        <p:blipFill rotWithShape="1">
          <a:blip r:embed="rId14">
            <a:alphaModFix/>
          </a:blip>
          <a:srcRect/>
          <a:stretch/>
        </p:blipFill>
        <p:spPr>
          <a:xfrm>
            <a:off x="465388" y="135448"/>
            <a:ext cx="166122" cy="5305232"/>
          </a:xfrm>
          <a:prstGeom prst="rect">
            <a:avLst/>
          </a:prstGeom>
          <a:noFill/>
          <a:ln>
            <a:noFill/>
          </a:ln>
        </p:spPr>
      </p:pic>
      <p:pic>
        <p:nvPicPr>
          <p:cNvPr id="20" name="Google Shape;20;p62" descr="A close up of a sign&#10;&#10;Description automatically generated"/>
          <p:cNvPicPr preferRelativeResize="0"/>
          <p:nvPr/>
        </p:nvPicPr>
        <p:blipFill rotWithShape="1">
          <a:blip r:embed="rId15">
            <a:alphaModFix/>
          </a:blip>
          <a:srcRect/>
          <a:stretch/>
        </p:blipFill>
        <p:spPr>
          <a:xfrm>
            <a:off x="9015114" y="6203846"/>
            <a:ext cx="787698" cy="647487"/>
          </a:xfrm>
          <a:prstGeom prst="rect">
            <a:avLst/>
          </a:prstGeom>
          <a:noFill/>
          <a:ln>
            <a:noFill/>
          </a:ln>
        </p:spPr>
      </p:pic>
      <p:pic>
        <p:nvPicPr>
          <p:cNvPr id="21" name="Google Shape;21;p62" descr="A picture containing drawing&#10;&#10;Description automatically generated"/>
          <p:cNvPicPr preferRelativeResize="0"/>
          <p:nvPr/>
        </p:nvPicPr>
        <p:blipFill rotWithShape="1">
          <a:blip r:embed="rId16">
            <a:alphaModFix/>
          </a:blip>
          <a:srcRect/>
          <a:stretch/>
        </p:blipFill>
        <p:spPr>
          <a:xfrm>
            <a:off x="492" y="6214969"/>
            <a:ext cx="2157649" cy="663892"/>
          </a:xfrm>
          <a:prstGeom prst="rect">
            <a:avLst/>
          </a:prstGeom>
          <a:noFill/>
          <a:ln>
            <a:noFill/>
          </a:ln>
        </p:spPr>
      </p:pic>
      <p:pic>
        <p:nvPicPr>
          <p:cNvPr id="24" name="Picture 23">
            <a:extLst>
              <a:ext uri="{FF2B5EF4-FFF2-40B4-BE49-F238E27FC236}">
                <a16:creationId xmlns:a16="http://schemas.microsoft.com/office/drawing/2014/main" xmlns="" id="{CC44661A-FBAB-423C-8EC3-E2B403B641B8}"/>
              </a:ext>
            </a:extLst>
          </p:cNvPr>
          <p:cNvPicPr>
            <a:picLocks noChangeAspect="1"/>
          </p:cNvPicPr>
          <p:nvPr/>
        </p:nvPicPr>
        <p:blipFill>
          <a:blip r:embed="rId13"/>
          <a:stretch>
            <a:fillRect/>
          </a:stretch>
        </p:blipFill>
        <p:spPr>
          <a:xfrm rot="5400000">
            <a:off x="5419341" y="3288528"/>
            <a:ext cx="385984" cy="6805565"/>
          </a:xfrm>
          <a:prstGeom prst="rect">
            <a:avLst/>
          </a:prstGeom>
        </p:spPr>
      </p:pic>
      <p:pic>
        <p:nvPicPr>
          <p:cNvPr id="25" name="Picture 24">
            <a:extLst>
              <a:ext uri="{FF2B5EF4-FFF2-40B4-BE49-F238E27FC236}">
                <a16:creationId xmlns:a16="http://schemas.microsoft.com/office/drawing/2014/main" xmlns="" id="{D3CF73AC-466A-454E-83A6-675F6C4C26E9}"/>
              </a:ext>
            </a:extLst>
          </p:cNvPr>
          <p:cNvPicPr>
            <a:picLocks noChangeAspect="1"/>
          </p:cNvPicPr>
          <p:nvPr/>
        </p:nvPicPr>
        <p:blipFill>
          <a:blip r:embed="rId14"/>
          <a:stretch>
            <a:fillRect/>
          </a:stretch>
        </p:blipFill>
        <p:spPr>
          <a:xfrm rot="5400000">
            <a:off x="5525381" y="3022198"/>
            <a:ext cx="173904" cy="6805564"/>
          </a:xfrm>
          <a:prstGeom prst="rect">
            <a:avLst/>
          </a:prstGeom>
        </p:spPr>
      </p:pic>
    </p:spTree>
    <p:extLst>
      <p:ext uri="{BB962C8B-B14F-4D97-AF65-F5344CB8AC3E}">
        <p14:creationId xmlns:p14="http://schemas.microsoft.com/office/powerpoint/2010/main" val="2124031200"/>
      </p:ext>
    </p:extLst>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8" r:id="rId5"/>
    <p:sldLayoutId id="2147483669" r:id="rId6"/>
    <p:sldLayoutId id="2147483670" r:id="rId7"/>
    <p:sldLayoutId id="2147483671" r:id="rId8"/>
    <p:sldLayoutId id="2147483672" r:id="rId9"/>
    <p:sldLayoutId id="2147483673" r:id="rId10"/>
    <p:sldLayoutId id="2147483675" r:id="rId11"/>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6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6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6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6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6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6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6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6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6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6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6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6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6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6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6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6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6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6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6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6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6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6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6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6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6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6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6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1"/>
          <p:cNvSpPr txBox="1">
            <a:spLocks/>
          </p:cNvSpPr>
          <p:nvPr/>
        </p:nvSpPr>
        <p:spPr>
          <a:xfrm>
            <a:off x="1244149" y="294320"/>
            <a:ext cx="7417708" cy="737960"/>
          </a:xfrm>
          <a:prstGeom prst="rect">
            <a:avLst/>
          </a:prstGeom>
        </p:spPr>
        <p:txBody>
          <a:bodyPr lIns="107287" tIns="53643" rIns="107287" bIns="53643"/>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dirty="0"/>
          </a:p>
        </p:txBody>
      </p:sp>
      <p:sp>
        <p:nvSpPr>
          <p:cNvPr id="11" name="Date Placeholder 6"/>
          <p:cNvSpPr txBox="1">
            <a:spLocks/>
          </p:cNvSpPr>
          <p:nvPr/>
        </p:nvSpPr>
        <p:spPr>
          <a:xfrm>
            <a:off x="351425" y="6373656"/>
            <a:ext cx="1577295" cy="365125"/>
          </a:xfrm>
          <a:prstGeom prst="rect">
            <a:avLst/>
          </a:prstGeom>
        </p:spPr>
        <p:txBody>
          <a:bodyPr lIns="107287" tIns="53643" rIns="107287" bIns="53643"/>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4A7E44F-68F0-4AA3-A5C8-607811B8945D}" type="datetime1">
              <a:rPr lang="en-US" sz="1600" b="1" smtClean="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pPr algn="ctr"/>
              <a:t>3/3/2023</a:t>
            </a:fld>
            <a:endParaRPr lang="en-US" sz="1600" b="1" dirty="0">
              <a:solidFill>
                <a:schemeClr val="bg1"/>
              </a:solidFill>
              <a:latin typeface="Times New Roman" panose="02020603050405020304" pitchFamily="18" charset="0"/>
              <a:cs typeface="Times New Roman" panose="02020603050405020304" pitchFamily="18" charset="0"/>
            </a:endParaRPr>
          </a:p>
        </p:txBody>
      </p:sp>
      <p:sp>
        <p:nvSpPr>
          <p:cNvPr id="13" name="Slide Number Placeholder 8"/>
          <p:cNvSpPr txBox="1">
            <a:spLocks/>
          </p:cNvSpPr>
          <p:nvPr/>
        </p:nvSpPr>
        <p:spPr>
          <a:xfrm>
            <a:off x="8926882" y="6347054"/>
            <a:ext cx="651556" cy="365125"/>
          </a:xfrm>
          <a:prstGeom prst="rect">
            <a:avLst/>
          </a:prstGeom>
        </p:spPr>
        <p:txBody>
          <a:bodyPr lIns="107287" tIns="53643" rIns="107287" bIns="53643"/>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A8E0CFD-BB30-4A9F-B723-AE1386555E15}" type="slidenum">
              <a:rPr lang="en-US" sz="1600" b="1" smtClean="0">
                <a:solidFill>
                  <a:schemeClr val="bg1"/>
                </a:solidFill>
                <a:latin typeface="Times New Roman" panose="02020603050405020304" pitchFamily="18" charset="0"/>
                <a:cs typeface="Times New Roman" panose="02020603050405020304" pitchFamily="18" charset="0"/>
              </a:rPr>
              <a:pPr algn="ctr"/>
              <a:t>‹#›</a:t>
            </a:fld>
            <a:endParaRPr lang="en-US" sz="1600" b="1" dirty="0">
              <a:solidFill>
                <a:schemeClr val="bg1"/>
              </a:solidFill>
              <a:latin typeface="Times New Roman" panose="02020603050405020304" pitchFamily="18" charset="0"/>
              <a:cs typeface="Times New Roman" panose="02020603050405020304" pitchFamily="18" charset="0"/>
            </a:endParaRPr>
          </a:p>
        </p:txBody>
      </p:sp>
      <p:cxnSp>
        <p:nvCxnSpPr>
          <p:cNvPr id="26" name="Straight Connector 25"/>
          <p:cNvCxnSpPr/>
          <p:nvPr/>
        </p:nvCxnSpPr>
        <p:spPr>
          <a:xfrm>
            <a:off x="188423" y="524446"/>
            <a:ext cx="16272" cy="587387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9705348" y="135449"/>
            <a:ext cx="15572" cy="610095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465047" y="135448"/>
            <a:ext cx="924808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Curved Connector 31"/>
          <p:cNvCxnSpPr/>
          <p:nvPr/>
        </p:nvCxnSpPr>
        <p:spPr>
          <a:xfrm>
            <a:off x="204698" y="6398315"/>
            <a:ext cx="260352" cy="292996"/>
          </a:xfrm>
          <a:prstGeom prst="curvedConnector3">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Curved Connector 32"/>
          <p:cNvCxnSpPr/>
          <p:nvPr/>
        </p:nvCxnSpPr>
        <p:spPr>
          <a:xfrm rot="5400000">
            <a:off x="9348462" y="6318855"/>
            <a:ext cx="454905" cy="290016"/>
          </a:xfrm>
          <a:prstGeom prst="curvedConnector3">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xmlns="" id="{8026AED6-E793-48A3-96AF-36A0D1FE2D70}"/>
              </a:ext>
            </a:extLst>
          </p:cNvPr>
          <p:cNvPicPr>
            <a:picLocks noChangeAspect="1"/>
          </p:cNvPicPr>
          <p:nvPr/>
        </p:nvPicPr>
        <p:blipFill>
          <a:blip r:embed="rId17"/>
          <a:stretch>
            <a:fillRect/>
          </a:stretch>
        </p:blipFill>
        <p:spPr>
          <a:xfrm>
            <a:off x="495" y="135448"/>
            <a:ext cx="460654" cy="6722552"/>
          </a:xfrm>
          <a:prstGeom prst="rect">
            <a:avLst/>
          </a:prstGeom>
        </p:spPr>
      </p:pic>
      <p:pic>
        <p:nvPicPr>
          <p:cNvPr id="16" name="Picture 15">
            <a:extLst>
              <a:ext uri="{FF2B5EF4-FFF2-40B4-BE49-F238E27FC236}">
                <a16:creationId xmlns:a16="http://schemas.microsoft.com/office/drawing/2014/main" xmlns="" id="{98F5ADD7-F579-4B31-B088-24730AEA76C9}"/>
              </a:ext>
            </a:extLst>
          </p:cNvPr>
          <p:cNvPicPr>
            <a:picLocks noChangeAspect="1"/>
          </p:cNvPicPr>
          <p:nvPr/>
        </p:nvPicPr>
        <p:blipFill>
          <a:blip r:embed="rId18"/>
          <a:stretch>
            <a:fillRect/>
          </a:stretch>
        </p:blipFill>
        <p:spPr>
          <a:xfrm>
            <a:off x="465390" y="135448"/>
            <a:ext cx="166122" cy="5305232"/>
          </a:xfrm>
          <a:prstGeom prst="rect">
            <a:avLst/>
          </a:prstGeom>
        </p:spPr>
      </p:pic>
      <p:pic>
        <p:nvPicPr>
          <p:cNvPr id="17" name="Picture 16" descr="A close up of a sign&#10;&#10;Description automatically generated">
            <a:extLst>
              <a:ext uri="{FF2B5EF4-FFF2-40B4-BE49-F238E27FC236}">
                <a16:creationId xmlns:a16="http://schemas.microsoft.com/office/drawing/2014/main" xmlns="" id="{C8EA3854-8902-4417-899A-DE9CBF528C1A}"/>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9015116" y="6043829"/>
            <a:ext cx="705805" cy="647487"/>
          </a:xfrm>
          <a:prstGeom prst="rect">
            <a:avLst/>
          </a:prstGeom>
        </p:spPr>
      </p:pic>
      <p:pic>
        <p:nvPicPr>
          <p:cNvPr id="18" name="Picture 17" descr="A picture containing drawing&#10;&#10;Description automatically generated">
            <a:extLst>
              <a:ext uri="{FF2B5EF4-FFF2-40B4-BE49-F238E27FC236}">
                <a16:creationId xmlns:a16="http://schemas.microsoft.com/office/drawing/2014/main" xmlns="" id="{DA3B82F8-7F36-4AE6-A785-76BCA479C67E}"/>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492" y="6214969"/>
            <a:ext cx="2157649" cy="663892"/>
          </a:xfrm>
          <a:prstGeom prst="rect">
            <a:avLst/>
          </a:prstGeom>
        </p:spPr>
      </p:pic>
      <p:pic>
        <p:nvPicPr>
          <p:cNvPr id="22" name="Picture 21">
            <a:extLst>
              <a:ext uri="{FF2B5EF4-FFF2-40B4-BE49-F238E27FC236}">
                <a16:creationId xmlns:a16="http://schemas.microsoft.com/office/drawing/2014/main" xmlns="" id="{1547C2F5-D0C4-4329-8DC2-48B66EE4F515}"/>
              </a:ext>
            </a:extLst>
          </p:cNvPr>
          <p:cNvPicPr>
            <a:picLocks noChangeAspect="1"/>
          </p:cNvPicPr>
          <p:nvPr/>
        </p:nvPicPr>
        <p:blipFill>
          <a:blip r:embed="rId17"/>
          <a:stretch>
            <a:fillRect/>
          </a:stretch>
        </p:blipFill>
        <p:spPr>
          <a:xfrm rot="5400000">
            <a:off x="5419341" y="3288528"/>
            <a:ext cx="385984" cy="6805565"/>
          </a:xfrm>
          <a:prstGeom prst="rect">
            <a:avLst/>
          </a:prstGeom>
        </p:spPr>
      </p:pic>
      <p:pic>
        <p:nvPicPr>
          <p:cNvPr id="23" name="Picture 22">
            <a:extLst>
              <a:ext uri="{FF2B5EF4-FFF2-40B4-BE49-F238E27FC236}">
                <a16:creationId xmlns:a16="http://schemas.microsoft.com/office/drawing/2014/main" xmlns="" id="{B15A553C-6E56-4E14-9B40-3D70033DB61F}"/>
              </a:ext>
            </a:extLst>
          </p:cNvPr>
          <p:cNvPicPr>
            <a:picLocks noChangeAspect="1"/>
          </p:cNvPicPr>
          <p:nvPr/>
        </p:nvPicPr>
        <p:blipFill>
          <a:blip r:embed="rId18"/>
          <a:stretch>
            <a:fillRect/>
          </a:stretch>
        </p:blipFill>
        <p:spPr>
          <a:xfrm rot="5400000">
            <a:off x="5525381" y="3022199"/>
            <a:ext cx="173904" cy="6805564"/>
          </a:xfrm>
          <a:prstGeom prst="rect">
            <a:avLst/>
          </a:prstGeom>
        </p:spPr>
      </p:pic>
    </p:spTree>
    <p:extLst>
      <p:ext uri="{BB962C8B-B14F-4D97-AF65-F5344CB8AC3E}">
        <p14:creationId xmlns:p14="http://schemas.microsoft.com/office/powerpoint/2010/main" val="1296437506"/>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Lst>
  <p:hf sldNum="0" hdr="0" ftr="0" dt="0"/>
  <p:txStyles>
    <p:titleStyle>
      <a:lvl1pPr algn="l" defTabSz="1072866" rtl="0" eaLnBrk="1" latinLnBrk="0" hangingPunct="1">
        <a:lnSpc>
          <a:spcPct val="90000"/>
        </a:lnSpc>
        <a:spcBef>
          <a:spcPct val="0"/>
        </a:spcBef>
        <a:buNone/>
        <a:defRPr sz="5200" kern="1200">
          <a:solidFill>
            <a:schemeClr val="tx1"/>
          </a:solidFill>
          <a:latin typeface="+mj-lt"/>
          <a:ea typeface="+mj-ea"/>
          <a:cs typeface="+mj-cs"/>
        </a:defRPr>
      </a:lvl1pPr>
    </p:titleStyle>
    <p:bodyStyle>
      <a:lvl1pPr marL="268216" indent="-268216" algn="l" defTabSz="1072866" rtl="0" eaLnBrk="1" latinLnBrk="0" hangingPunct="1">
        <a:lnSpc>
          <a:spcPct val="90000"/>
        </a:lnSpc>
        <a:spcBef>
          <a:spcPts val="1173"/>
        </a:spcBef>
        <a:buFont typeface="Arial" panose="020B0604020202020204" pitchFamily="34" charset="0"/>
        <a:buChar char="•"/>
        <a:defRPr sz="3300" kern="1200">
          <a:solidFill>
            <a:schemeClr val="tx1"/>
          </a:solidFill>
          <a:latin typeface="+mn-lt"/>
          <a:ea typeface="+mn-ea"/>
          <a:cs typeface="+mn-cs"/>
        </a:defRPr>
      </a:lvl1pPr>
      <a:lvl2pPr marL="804649" indent="-268216" algn="l" defTabSz="1072866" rtl="0" eaLnBrk="1" latinLnBrk="0" hangingPunct="1">
        <a:lnSpc>
          <a:spcPct val="90000"/>
        </a:lnSpc>
        <a:spcBef>
          <a:spcPts val="587"/>
        </a:spcBef>
        <a:buFont typeface="Arial" panose="020B0604020202020204" pitchFamily="34" charset="0"/>
        <a:buChar char="•"/>
        <a:defRPr sz="2800" kern="1200">
          <a:solidFill>
            <a:schemeClr val="tx1"/>
          </a:solidFill>
          <a:latin typeface="+mn-lt"/>
          <a:ea typeface="+mn-ea"/>
          <a:cs typeface="+mn-cs"/>
        </a:defRPr>
      </a:lvl2pPr>
      <a:lvl3pPr marL="1341082" indent="-268216" algn="l" defTabSz="1072866" rtl="0" eaLnBrk="1" latinLnBrk="0" hangingPunct="1">
        <a:lnSpc>
          <a:spcPct val="90000"/>
        </a:lnSpc>
        <a:spcBef>
          <a:spcPts val="587"/>
        </a:spcBef>
        <a:buFont typeface="Arial" panose="020B0604020202020204" pitchFamily="34" charset="0"/>
        <a:buChar char="•"/>
        <a:defRPr sz="2300" kern="1200">
          <a:solidFill>
            <a:schemeClr val="tx1"/>
          </a:solidFill>
          <a:latin typeface="+mn-lt"/>
          <a:ea typeface="+mn-ea"/>
          <a:cs typeface="+mn-cs"/>
        </a:defRPr>
      </a:lvl3pPr>
      <a:lvl4pPr marL="1877515" indent="-268216" algn="l" defTabSz="1072866" rtl="0" eaLnBrk="1" latinLnBrk="0" hangingPunct="1">
        <a:lnSpc>
          <a:spcPct val="90000"/>
        </a:lnSpc>
        <a:spcBef>
          <a:spcPts val="587"/>
        </a:spcBef>
        <a:buFont typeface="Arial" panose="020B0604020202020204" pitchFamily="34" charset="0"/>
        <a:buChar char="•"/>
        <a:defRPr sz="2100" kern="1200">
          <a:solidFill>
            <a:schemeClr val="tx1"/>
          </a:solidFill>
          <a:latin typeface="+mn-lt"/>
          <a:ea typeface="+mn-ea"/>
          <a:cs typeface="+mn-cs"/>
        </a:defRPr>
      </a:lvl4pPr>
      <a:lvl5pPr marL="2413947" indent="-268216" algn="l" defTabSz="1072866" rtl="0" eaLnBrk="1" latinLnBrk="0" hangingPunct="1">
        <a:lnSpc>
          <a:spcPct val="90000"/>
        </a:lnSpc>
        <a:spcBef>
          <a:spcPts val="587"/>
        </a:spcBef>
        <a:buFont typeface="Arial" panose="020B0604020202020204" pitchFamily="34" charset="0"/>
        <a:buChar char="•"/>
        <a:defRPr sz="2100" kern="1200">
          <a:solidFill>
            <a:schemeClr val="tx1"/>
          </a:solidFill>
          <a:latin typeface="+mn-lt"/>
          <a:ea typeface="+mn-ea"/>
          <a:cs typeface="+mn-cs"/>
        </a:defRPr>
      </a:lvl5pPr>
      <a:lvl6pPr marL="2950380" indent="-268216" algn="l" defTabSz="1072866" rtl="0" eaLnBrk="1" latinLnBrk="0" hangingPunct="1">
        <a:lnSpc>
          <a:spcPct val="90000"/>
        </a:lnSpc>
        <a:spcBef>
          <a:spcPts val="587"/>
        </a:spcBef>
        <a:buFont typeface="Arial" panose="020B0604020202020204" pitchFamily="34" charset="0"/>
        <a:buChar char="•"/>
        <a:defRPr sz="2100" kern="1200">
          <a:solidFill>
            <a:schemeClr val="tx1"/>
          </a:solidFill>
          <a:latin typeface="+mn-lt"/>
          <a:ea typeface="+mn-ea"/>
          <a:cs typeface="+mn-cs"/>
        </a:defRPr>
      </a:lvl6pPr>
      <a:lvl7pPr marL="3486813" indent="-268216" algn="l" defTabSz="1072866" rtl="0" eaLnBrk="1" latinLnBrk="0" hangingPunct="1">
        <a:lnSpc>
          <a:spcPct val="90000"/>
        </a:lnSpc>
        <a:spcBef>
          <a:spcPts val="587"/>
        </a:spcBef>
        <a:buFont typeface="Arial" panose="020B0604020202020204" pitchFamily="34" charset="0"/>
        <a:buChar char="•"/>
        <a:defRPr sz="2100" kern="1200">
          <a:solidFill>
            <a:schemeClr val="tx1"/>
          </a:solidFill>
          <a:latin typeface="+mn-lt"/>
          <a:ea typeface="+mn-ea"/>
          <a:cs typeface="+mn-cs"/>
        </a:defRPr>
      </a:lvl7pPr>
      <a:lvl8pPr marL="4023246" indent="-268216" algn="l" defTabSz="1072866" rtl="0" eaLnBrk="1" latinLnBrk="0" hangingPunct="1">
        <a:lnSpc>
          <a:spcPct val="90000"/>
        </a:lnSpc>
        <a:spcBef>
          <a:spcPts val="587"/>
        </a:spcBef>
        <a:buFont typeface="Arial" panose="020B0604020202020204" pitchFamily="34" charset="0"/>
        <a:buChar char="•"/>
        <a:defRPr sz="2100" kern="1200">
          <a:solidFill>
            <a:schemeClr val="tx1"/>
          </a:solidFill>
          <a:latin typeface="+mn-lt"/>
          <a:ea typeface="+mn-ea"/>
          <a:cs typeface="+mn-cs"/>
        </a:defRPr>
      </a:lvl8pPr>
      <a:lvl9pPr marL="4559678" indent="-268216" algn="l" defTabSz="1072866" rtl="0" eaLnBrk="1" latinLnBrk="0" hangingPunct="1">
        <a:lnSpc>
          <a:spcPct val="90000"/>
        </a:lnSpc>
        <a:spcBef>
          <a:spcPts val="587"/>
        </a:spcBef>
        <a:buFont typeface="Arial" panose="020B0604020202020204" pitchFamily="34" charset="0"/>
        <a:buChar char="•"/>
        <a:defRPr sz="2100" kern="1200">
          <a:solidFill>
            <a:schemeClr val="tx1"/>
          </a:solidFill>
          <a:latin typeface="+mn-lt"/>
          <a:ea typeface="+mn-ea"/>
          <a:cs typeface="+mn-cs"/>
        </a:defRPr>
      </a:lvl9pPr>
    </p:bodyStyle>
    <p:otherStyle>
      <a:defPPr>
        <a:defRPr lang="en-US"/>
      </a:defPPr>
      <a:lvl1pPr marL="0" algn="l" defTabSz="1072866" rtl="0" eaLnBrk="1" latinLnBrk="0" hangingPunct="1">
        <a:defRPr sz="2100" kern="1200">
          <a:solidFill>
            <a:schemeClr val="tx1"/>
          </a:solidFill>
          <a:latin typeface="+mn-lt"/>
          <a:ea typeface="+mn-ea"/>
          <a:cs typeface="+mn-cs"/>
        </a:defRPr>
      </a:lvl1pPr>
      <a:lvl2pPr marL="536433" algn="l" defTabSz="1072866" rtl="0" eaLnBrk="1" latinLnBrk="0" hangingPunct="1">
        <a:defRPr sz="2100" kern="1200">
          <a:solidFill>
            <a:schemeClr val="tx1"/>
          </a:solidFill>
          <a:latin typeface="+mn-lt"/>
          <a:ea typeface="+mn-ea"/>
          <a:cs typeface="+mn-cs"/>
        </a:defRPr>
      </a:lvl2pPr>
      <a:lvl3pPr marL="1072866" algn="l" defTabSz="1072866" rtl="0" eaLnBrk="1" latinLnBrk="0" hangingPunct="1">
        <a:defRPr sz="2100" kern="1200">
          <a:solidFill>
            <a:schemeClr val="tx1"/>
          </a:solidFill>
          <a:latin typeface="+mn-lt"/>
          <a:ea typeface="+mn-ea"/>
          <a:cs typeface="+mn-cs"/>
        </a:defRPr>
      </a:lvl3pPr>
      <a:lvl4pPr marL="1609298" algn="l" defTabSz="1072866" rtl="0" eaLnBrk="1" latinLnBrk="0" hangingPunct="1">
        <a:defRPr sz="2100" kern="1200">
          <a:solidFill>
            <a:schemeClr val="tx1"/>
          </a:solidFill>
          <a:latin typeface="+mn-lt"/>
          <a:ea typeface="+mn-ea"/>
          <a:cs typeface="+mn-cs"/>
        </a:defRPr>
      </a:lvl4pPr>
      <a:lvl5pPr marL="2145731" algn="l" defTabSz="1072866" rtl="0" eaLnBrk="1" latinLnBrk="0" hangingPunct="1">
        <a:defRPr sz="2100" kern="1200">
          <a:solidFill>
            <a:schemeClr val="tx1"/>
          </a:solidFill>
          <a:latin typeface="+mn-lt"/>
          <a:ea typeface="+mn-ea"/>
          <a:cs typeface="+mn-cs"/>
        </a:defRPr>
      </a:lvl5pPr>
      <a:lvl6pPr marL="2682164" algn="l" defTabSz="1072866" rtl="0" eaLnBrk="1" latinLnBrk="0" hangingPunct="1">
        <a:defRPr sz="2100" kern="1200">
          <a:solidFill>
            <a:schemeClr val="tx1"/>
          </a:solidFill>
          <a:latin typeface="+mn-lt"/>
          <a:ea typeface="+mn-ea"/>
          <a:cs typeface="+mn-cs"/>
        </a:defRPr>
      </a:lvl6pPr>
      <a:lvl7pPr marL="3218597" algn="l" defTabSz="1072866" rtl="0" eaLnBrk="1" latinLnBrk="0" hangingPunct="1">
        <a:defRPr sz="2100" kern="1200">
          <a:solidFill>
            <a:schemeClr val="tx1"/>
          </a:solidFill>
          <a:latin typeface="+mn-lt"/>
          <a:ea typeface="+mn-ea"/>
          <a:cs typeface="+mn-cs"/>
        </a:defRPr>
      </a:lvl7pPr>
      <a:lvl8pPr marL="3755029" algn="l" defTabSz="1072866" rtl="0" eaLnBrk="1" latinLnBrk="0" hangingPunct="1">
        <a:defRPr sz="2100" kern="1200">
          <a:solidFill>
            <a:schemeClr val="tx1"/>
          </a:solidFill>
          <a:latin typeface="+mn-lt"/>
          <a:ea typeface="+mn-ea"/>
          <a:cs typeface="+mn-cs"/>
        </a:defRPr>
      </a:lvl8pPr>
      <a:lvl9pPr marL="4291462" algn="l" defTabSz="1072866"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73150" y="870568"/>
            <a:ext cx="8420100" cy="1470025"/>
          </a:xfrm>
        </p:spPr>
        <p:txBody>
          <a:bodyPr>
            <a:noAutofit/>
          </a:bodyPr>
          <a:lstStyle/>
          <a:p>
            <a:pPr algn="ctr"/>
            <a:r>
              <a:rPr lang="en-US" sz="3800" dirty="0" smtClean="0">
                <a:latin typeface="Berlin Sans FB" pitchFamily="34" charset="0"/>
              </a:rPr>
              <a:t>Performance Analysis </a:t>
            </a:r>
            <a:r>
              <a:rPr lang="en-US" sz="3800" dirty="0" smtClean="0">
                <a:latin typeface="Berlin Sans FB" pitchFamily="34" charset="0"/>
              </a:rPr>
              <a:t>of Parabolic Trough Collector</a:t>
            </a:r>
            <a:endParaRPr lang="en-US" sz="3800" dirty="0">
              <a:latin typeface="Berlin Sans FB" pitchFamily="34" charset="0"/>
            </a:endParaRPr>
          </a:p>
        </p:txBody>
      </p:sp>
      <p:sp>
        <p:nvSpPr>
          <p:cNvPr id="3" name="Subtitle 2"/>
          <p:cNvSpPr>
            <a:spLocks noGrp="1"/>
          </p:cNvSpPr>
          <p:nvPr>
            <p:ph type="subTitle" idx="1"/>
          </p:nvPr>
        </p:nvSpPr>
        <p:spPr>
          <a:xfrm>
            <a:off x="7924800" y="5676900"/>
            <a:ext cx="1981200" cy="838200"/>
          </a:xfrm>
        </p:spPr>
        <p:txBody>
          <a:bodyPr>
            <a:normAutofit/>
          </a:bodyPr>
          <a:lstStyle/>
          <a:p>
            <a:pPr algn="l"/>
            <a:endParaRPr lang="en-US" sz="1900" dirty="0">
              <a:solidFill>
                <a:schemeClr val="tx1"/>
              </a:solidFill>
              <a:latin typeface="Berlin Sans FB" pitchFamily="34" charset="0"/>
            </a:endParaRPr>
          </a:p>
        </p:txBody>
      </p:sp>
      <p:sp>
        <p:nvSpPr>
          <p:cNvPr id="4" name="TextBox 3"/>
          <p:cNvSpPr txBox="1"/>
          <p:nvPr/>
        </p:nvSpPr>
        <p:spPr>
          <a:xfrm>
            <a:off x="577852" y="152400"/>
            <a:ext cx="216734" cy="785442"/>
          </a:xfrm>
          <a:prstGeom prst="rect">
            <a:avLst/>
          </a:prstGeom>
          <a:noFill/>
        </p:spPr>
        <p:txBody>
          <a:bodyPr wrap="none" lIns="107287" tIns="53643" rIns="107287" bIns="53643" rtlCol="0">
            <a:spAutoFit/>
          </a:bodyPr>
          <a:lstStyle/>
          <a:p>
            <a:r>
              <a:rPr lang="en-US" sz="2300" dirty="0">
                <a:latin typeface="Berlin Sans FB" pitchFamily="34" charset="0"/>
              </a:rPr>
              <a:t/>
            </a:r>
            <a:br>
              <a:rPr lang="en-US" sz="2300" dirty="0">
                <a:latin typeface="Berlin Sans FB" pitchFamily="34" charset="0"/>
              </a:rPr>
            </a:br>
            <a:endParaRPr lang="en-US" dirty="0">
              <a:latin typeface="Berlin Sans FB" pitchFamily="34" charset="0"/>
            </a:endParaRPr>
          </a:p>
        </p:txBody>
      </p:sp>
      <p:sp>
        <p:nvSpPr>
          <p:cNvPr id="9" name="AutoShape 2" descr="Parabolic-trough solar collector at Plataforma Solar de Almería, owned by  the Spanish research centre CIEMAT - DLR Porta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4" descr="Parabolic-trough solar collector at Plataforma Solar de Almería, owned by  the Spanish research centre CIEMAT - DLR Portal"/>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209800"/>
            <a:ext cx="5987143"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55012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latin typeface="Berlin Sans FB" pitchFamily="34" charset="0"/>
              </a:rPr>
              <a:t>Introduction</a:t>
            </a:r>
            <a:endParaRPr lang="en-US" dirty="0">
              <a:solidFill>
                <a:schemeClr val="tx1"/>
              </a:solidFill>
              <a:latin typeface="Berlin Sans FB" pitchFamily="34" charset="0"/>
            </a:endParaRPr>
          </a:p>
        </p:txBody>
      </p:sp>
      <p:sp>
        <p:nvSpPr>
          <p:cNvPr id="3" name="Text Placeholder 2"/>
          <p:cNvSpPr>
            <a:spLocks noGrp="1"/>
          </p:cNvSpPr>
          <p:nvPr>
            <p:ph type="body" idx="1"/>
          </p:nvPr>
        </p:nvSpPr>
        <p:spPr>
          <a:xfrm>
            <a:off x="609600" y="1844814"/>
            <a:ext cx="4571999" cy="3723124"/>
          </a:xfrm>
        </p:spPr>
        <p:txBody>
          <a:bodyPr/>
          <a:lstStyle/>
          <a:p>
            <a:pPr marL="59604" indent="0">
              <a:buNone/>
            </a:pPr>
            <a:r>
              <a:rPr lang="en-US" sz="2000" dirty="0">
                <a:latin typeface="Berlin Sans FB" pitchFamily="34" charset="0"/>
              </a:rPr>
              <a:t>Parabolic trough collectors are formed by a cylindrical surface of mirrors with a parabolic shape that concentrates solar radiation on a receiver tube located at the focal point of the parabola. A fluid, normally synthetic oil, circulates inside the receiver tubes and is </a:t>
            </a:r>
            <a:r>
              <a:rPr lang="en-US" sz="2000" dirty="0" smtClean="0">
                <a:latin typeface="Berlin Sans FB" pitchFamily="34" charset="0"/>
              </a:rPr>
              <a:t>heated </a:t>
            </a:r>
            <a:r>
              <a:rPr lang="en-US" sz="2000" dirty="0">
                <a:latin typeface="Berlin Sans FB" pitchFamily="34" charset="0"/>
              </a:rPr>
              <a:t>up by the sun (around 400 </a:t>
            </a:r>
            <a:r>
              <a:rPr lang="en-US" sz="2000" dirty="0" smtClean="0">
                <a:latin typeface="Berlin Sans FB" pitchFamily="34" charset="0"/>
              </a:rPr>
              <a:t>ºC</a:t>
            </a:r>
            <a:r>
              <a:rPr lang="en-US" sz="2000" dirty="0">
                <a:latin typeface="Berlin Sans FB" pitchFamily="34" charset="0"/>
              </a:rPr>
              <a:t>). The fluid is then pumped through heat exchangers to generate steam which is thus used to produce electricity in a conventional turbine.</a:t>
            </a:r>
          </a:p>
        </p:txBody>
      </p:sp>
      <p:pic>
        <p:nvPicPr>
          <p:cNvPr id="2050" name="Picture 2" descr="Colectores cilindroparabolicos_interi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7800" y="2286000"/>
            <a:ext cx="4267200" cy="28407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52400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latin typeface="Berlin Sans FB" pitchFamily="34" charset="0"/>
              </a:rPr>
              <a:t>Purpose</a:t>
            </a:r>
            <a:endParaRPr lang="en-US" dirty="0">
              <a:solidFill>
                <a:schemeClr val="tx1"/>
              </a:solidFill>
              <a:latin typeface="Berlin Sans FB" pitchFamily="34" charset="0"/>
            </a:endParaRPr>
          </a:p>
        </p:txBody>
      </p:sp>
      <p:sp>
        <p:nvSpPr>
          <p:cNvPr id="3" name="Text Placeholder 2"/>
          <p:cNvSpPr>
            <a:spLocks noGrp="1"/>
          </p:cNvSpPr>
          <p:nvPr>
            <p:ph type="body" idx="1"/>
          </p:nvPr>
        </p:nvSpPr>
        <p:spPr/>
        <p:txBody>
          <a:bodyPr/>
          <a:lstStyle/>
          <a:p>
            <a:pPr>
              <a:buFont typeface="Wingdings" pitchFamily="2" charset="2"/>
              <a:buChar char="Ø"/>
            </a:pPr>
            <a:r>
              <a:rPr lang="en-US" sz="2400" dirty="0">
                <a:latin typeface="Berlin Sans FB" pitchFamily="34" charset="0"/>
              </a:rPr>
              <a:t>Solar radiation reaches the Earth's upper atmosphere with the power of 1366 watts per square meter (W/m2). Many technologies have been developed to make use of solar radiation. Some of these technologies make direct use of the solar energy (e.g. to provide light, heat, etc.), which helps us to generate electricity. </a:t>
            </a:r>
            <a:endParaRPr lang="en-US" sz="2400" dirty="0" smtClean="0">
              <a:latin typeface="Berlin Sans FB" pitchFamily="34" charset="0"/>
            </a:endParaRPr>
          </a:p>
          <a:p>
            <a:pPr>
              <a:buFont typeface="Wingdings" pitchFamily="2" charset="2"/>
              <a:buChar char="Ø"/>
            </a:pPr>
            <a:r>
              <a:rPr lang="en-US" sz="2400" dirty="0">
                <a:latin typeface="Berlin Sans FB" pitchFamily="34" charset="0"/>
              </a:rPr>
              <a:t>But in order to generate higher temperatures with good efficiency a solar collector in the form of a parabolic trough reflector can be productive. The parabolic trough reflector is a solar thermal energy collector designed to capture the sun’s direct solar radiation over a large surface area and focus, or more generally “concentrate it” onto a small focal point area increasing the intensity of solar energy received at the focal point. </a:t>
            </a:r>
          </a:p>
        </p:txBody>
      </p:sp>
    </p:spTree>
    <p:extLst>
      <p:ext uri="{BB962C8B-B14F-4D97-AF65-F5344CB8AC3E}">
        <p14:creationId xmlns:p14="http://schemas.microsoft.com/office/powerpoint/2010/main" val="36021865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latin typeface="Berlin Sans FB" pitchFamily="34" charset="0"/>
              </a:rPr>
              <a:t>Principle</a:t>
            </a:r>
            <a:endParaRPr lang="en-US" dirty="0">
              <a:solidFill>
                <a:schemeClr val="tx1"/>
              </a:solidFill>
              <a:latin typeface="Berlin Sans FB" pitchFamily="34" charset="0"/>
            </a:endParaRPr>
          </a:p>
        </p:txBody>
      </p:sp>
      <p:sp>
        <p:nvSpPr>
          <p:cNvPr id="3" name="Text Placeholder 2"/>
          <p:cNvSpPr>
            <a:spLocks noGrp="1"/>
          </p:cNvSpPr>
          <p:nvPr>
            <p:ph type="body" idx="1"/>
          </p:nvPr>
        </p:nvSpPr>
        <p:spPr>
          <a:xfrm>
            <a:off x="609600" y="1928695"/>
            <a:ext cx="4648199" cy="3505200"/>
          </a:xfrm>
        </p:spPr>
        <p:txBody>
          <a:bodyPr/>
          <a:lstStyle/>
          <a:p>
            <a:pPr marL="59604" indent="0">
              <a:buNone/>
            </a:pPr>
            <a:r>
              <a:rPr lang="en-US" sz="2800" dirty="0">
                <a:latin typeface="Berlin Sans FB" pitchFamily="34" charset="0"/>
              </a:rPr>
              <a:t>A parabolic trough solar collector (PTC) takes the radiant energy from the sun and converts it to useful thermal energy in the heat transfer fluid (HTF) that circulates through the solar field. </a:t>
            </a:r>
          </a:p>
        </p:txBody>
      </p:sp>
      <p:sp>
        <p:nvSpPr>
          <p:cNvPr id="4" name="AutoShape 2" descr="Parabolic Trough - an overview | ScienceDirect Topic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0" y="2057400"/>
            <a:ext cx="3681412" cy="3095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64290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latin typeface="Berlin Sans FB" pitchFamily="34" charset="0"/>
              </a:rPr>
              <a:t>Construction</a:t>
            </a:r>
            <a:endParaRPr lang="en-US" dirty="0">
              <a:solidFill>
                <a:schemeClr val="tx1"/>
              </a:solidFill>
              <a:latin typeface="Berlin Sans FB" pitchFamily="34" charset="0"/>
            </a:endParaRPr>
          </a:p>
        </p:txBody>
      </p:sp>
      <p:sp>
        <p:nvSpPr>
          <p:cNvPr id="3" name="Text Placeholder 2"/>
          <p:cNvSpPr>
            <a:spLocks noGrp="1"/>
          </p:cNvSpPr>
          <p:nvPr>
            <p:ph type="body" idx="1"/>
          </p:nvPr>
        </p:nvSpPr>
        <p:spPr>
          <a:xfrm>
            <a:off x="609600" y="1219200"/>
            <a:ext cx="8935755" cy="4899308"/>
          </a:xfrm>
        </p:spPr>
        <p:txBody>
          <a:bodyPr/>
          <a:lstStyle/>
          <a:p>
            <a:pPr>
              <a:buFont typeface="Wingdings" pitchFamily="2" charset="2"/>
              <a:buChar char="§"/>
            </a:pPr>
            <a:r>
              <a:rPr lang="en-US" sz="2000" dirty="0">
                <a:latin typeface="Berlin Sans FB" pitchFamily="34" charset="0"/>
              </a:rPr>
              <a:t>A parabolic trough concentrator consists of a reflecting surface mounted on a reflector support structure having the profile of a parabola. </a:t>
            </a:r>
            <a:endParaRPr lang="en-US" sz="2000" dirty="0" smtClean="0">
              <a:latin typeface="Berlin Sans FB" pitchFamily="34" charset="0"/>
            </a:endParaRPr>
          </a:p>
          <a:p>
            <a:pPr>
              <a:buFont typeface="Wingdings" pitchFamily="2" charset="2"/>
              <a:buChar char="§"/>
            </a:pPr>
            <a:r>
              <a:rPr lang="en-US" sz="2000" dirty="0" smtClean="0">
                <a:latin typeface="Berlin Sans FB" pitchFamily="34" charset="0"/>
              </a:rPr>
              <a:t>A </a:t>
            </a:r>
            <a:r>
              <a:rPr lang="en-US" sz="2000" dirty="0">
                <a:latin typeface="Berlin Sans FB" pitchFamily="34" charset="0"/>
              </a:rPr>
              <a:t>receiver assembly comprising a circular absorber tube with suitable selective coating and enclosed in a concentric glass envelope is </a:t>
            </a:r>
            <a:r>
              <a:rPr lang="en-US" sz="2000" dirty="0" smtClean="0">
                <a:latin typeface="Berlin Sans FB" pitchFamily="34" charset="0"/>
              </a:rPr>
              <a:t>centered </a:t>
            </a:r>
            <a:r>
              <a:rPr lang="en-US" sz="2000" dirty="0">
                <a:latin typeface="Berlin Sans FB" pitchFamily="34" charset="0"/>
              </a:rPr>
              <a:t>along the reflector focal line. </a:t>
            </a:r>
            <a:endParaRPr lang="en-US" sz="2000" dirty="0" smtClean="0">
              <a:latin typeface="Berlin Sans FB" pitchFamily="34" charset="0"/>
            </a:endParaRPr>
          </a:p>
          <a:p>
            <a:pPr>
              <a:buFont typeface="Wingdings" pitchFamily="2" charset="2"/>
              <a:buChar char="§"/>
            </a:pPr>
            <a:r>
              <a:rPr lang="en-US" sz="2000" dirty="0" smtClean="0">
                <a:latin typeface="Berlin Sans FB" pitchFamily="34" charset="0"/>
              </a:rPr>
              <a:t>With </a:t>
            </a:r>
            <a:r>
              <a:rPr lang="en-US" sz="2000" dirty="0">
                <a:latin typeface="Berlin Sans FB" pitchFamily="34" charset="0"/>
              </a:rPr>
              <a:t>suitable end supports, the PTC module is supported on two bearings mounted on two pylons. It is also provided with a precise driving system in order to track the sun and thus to maintain focusing of the solar radiation on the receiver assembly. </a:t>
            </a:r>
            <a:endParaRPr lang="en-US" sz="2000" dirty="0" smtClean="0">
              <a:latin typeface="Berlin Sans FB" pitchFamily="34" charset="0"/>
            </a:endParaRPr>
          </a:p>
          <a:p>
            <a:pPr>
              <a:buFont typeface="Wingdings" pitchFamily="2" charset="2"/>
              <a:buChar char="§"/>
            </a:pPr>
            <a:r>
              <a:rPr lang="en-US" sz="2000" dirty="0" smtClean="0">
                <a:latin typeface="Berlin Sans FB" pitchFamily="34" charset="0"/>
              </a:rPr>
              <a:t>The </a:t>
            </a:r>
            <a:r>
              <a:rPr lang="en-US" sz="2000" dirty="0">
                <a:latin typeface="Berlin Sans FB" pitchFamily="34" charset="0"/>
              </a:rPr>
              <a:t>incident energy is absorbed by a working fluid circulating through the absorber tube. The various subsystems of a PTC are reflector, reflector support structure, receiver and tracking 28 devices. </a:t>
            </a:r>
          </a:p>
        </p:txBody>
      </p:sp>
    </p:spTree>
    <p:extLst>
      <p:ext uri="{BB962C8B-B14F-4D97-AF65-F5344CB8AC3E}">
        <p14:creationId xmlns:p14="http://schemas.microsoft.com/office/powerpoint/2010/main" val="272294068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8019790" cy="874951"/>
          </a:xfrm>
        </p:spPr>
        <p:txBody>
          <a:bodyPr/>
          <a:lstStyle/>
          <a:p>
            <a:r>
              <a:rPr lang="en-US" dirty="0" smtClean="0">
                <a:solidFill>
                  <a:schemeClr val="tx1"/>
                </a:solidFill>
                <a:latin typeface="Berlin Sans FB" pitchFamily="34" charset="0"/>
              </a:rPr>
              <a:t>Parameters</a:t>
            </a:r>
            <a:endParaRPr lang="en-US" dirty="0">
              <a:solidFill>
                <a:schemeClr val="tx1"/>
              </a:solidFill>
              <a:latin typeface="Berlin Sans FB"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46891334"/>
              </p:ext>
            </p:extLst>
          </p:nvPr>
        </p:nvGraphicFramePr>
        <p:xfrm>
          <a:off x="609600" y="609600"/>
          <a:ext cx="8915400" cy="5699760"/>
        </p:xfrm>
        <a:graphic>
          <a:graphicData uri="http://schemas.openxmlformats.org/drawingml/2006/table">
            <a:tbl>
              <a:tblPr firstRow="1" bandRow="1">
                <a:tableStyleId>{5940675A-B579-460E-94D1-54222C63F5DA}</a:tableStyleId>
              </a:tblPr>
              <a:tblGrid>
                <a:gridCol w="4457700"/>
                <a:gridCol w="4457700"/>
              </a:tblGrid>
              <a:tr h="1452110">
                <a:tc>
                  <a:txBody>
                    <a:bodyPr/>
                    <a:lstStyle/>
                    <a:p>
                      <a:r>
                        <a:rPr lang="en-US" sz="1400" b="0" i="0" u="none" strike="noStrike" cap="none" baseline="0" dirty="0" smtClean="0">
                          <a:solidFill>
                            <a:schemeClr val="tx1"/>
                          </a:solidFill>
                          <a:latin typeface="Berlin Sans FB" pitchFamily="34" charset="0"/>
                          <a:ea typeface="+mn-ea"/>
                          <a:cs typeface="+mn-cs"/>
                          <a:sym typeface="Arial"/>
                        </a:rPr>
                        <a:t>Aperture area (</a:t>
                      </a:r>
                      <a:r>
                        <a:rPr lang="en-US" sz="1400" b="0" i="0" u="none" strike="noStrike" cap="none" baseline="0" dirty="0" err="1" smtClean="0">
                          <a:solidFill>
                            <a:schemeClr val="tx1"/>
                          </a:solidFill>
                          <a:latin typeface="Berlin Sans FB" pitchFamily="34" charset="0"/>
                          <a:ea typeface="+mn-ea"/>
                          <a:cs typeface="+mn-cs"/>
                          <a:sym typeface="Arial"/>
                        </a:rPr>
                        <a:t>Aa</a:t>
                      </a:r>
                      <a:r>
                        <a:rPr lang="en-US" sz="1400" b="0" i="0" u="none" strike="noStrike" cap="none" baseline="0" dirty="0" smtClean="0">
                          <a:solidFill>
                            <a:schemeClr val="tx1"/>
                          </a:solidFill>
                          <a:latin typeface="Berlin Sans FB" pitchFamily="34" charset="0"/>
                          <a:ea typeface="+mn-ea"/>
                          <a:cs typeface="+mn-cs"/>
                          <a:sym typeface="Arial"/>
                        </a:rPr>
                        <a:t>): It is the plane opening of the concentrator through which the incident solar flux is accepted. For a cylindrical or linear concentrator it is characterized by the width, while for a surface of revolution it is characterized by the diameter of opening. </a:t>
                      </a:r>
                      <a:endParaRPr lang="en-US" sz="1400" dirty="0">
                        <a:latin typeface="Berlin Sans FB" pitchFamily="34" charset="0"/>
                      </a:endParaRPr>
                    </a:p>
                  </a:txBody>
                  <a:tcPr/>
                </a:tc>
                <a:tc>
                  <a:txBody>
                    <a:bodyPr/>
                    <a:lstStyle/>
                    <a:p>
                      <a:r>
                        <a:rPr lang="en-US" sz="1400" b="0" i="0" u="none" strike="noStrike" cap="none" baseline="0" dirty="0" smtClean="0">
                          <a:solidFill>
                            <a:schemeClr val="tx1"/>
                          </a:solidFill>
                          <a:latin typeface="Berlin Sans FB" pitchFamily="34" charset="0"/>
                          <a:ea typeface="+mn-ea"/>
                          <a:cs typeface="+mn-cs"/>
                          <a:sym typeface="Arial"/>
                        </a:rPr>
                        <a:t>Local Concentration Ratio: It may so happen that the absorber in some systems may not be fully or uniformly illuminated, thus in order to characterize this local concentration this term is defined. It is defined as the ration of flux arriving at any point on the absorber to the incident flux at the entrance aperture of the concentrating system. </a:t>
                      </a:r>
                      <a:endParaRPr lang="en-US" sz="1400" dirty="0">
                        <a:latin typeface="Berlin Sans FB" pitchFamily="34" charset="0"/>
                      </a:endParaRPr>
                    </a:p>
                  </a:txBody>
                  <a:tcPr/>
                </a:tc>
              </a:tr>
              <a:tr h="1278723">
                <a:tc>
                  <a:txBody>
                    <a:bodyPr/>
                    <a:lstStyle/>
                    <a:p>
                      <a:r>
                        <a:rPr lang="en-US" sz="1400" b="0" i="0" u="none" strike="noStrike" cap="none" baseline="0" dirty="0" smtClean="0">
                          <a:solidFill>
                            <a:schemeClr val="tx1"/>
                          </a:solidFill>
                          <a:latin typeface="Berlin Sans FB" pitchFamily="34" charset="0"/>
                          <a:ea typeface="+mn-ea"/>
                          <a:cs typeface="+mn-cs"/>
                          <a:sym typeface="Arial"/>
                        </a:rPr>
                        <a:t>Absorber Area (</a:t>
                      </a:r>
                      <a:r>
                        <a:rPr lang="en-US" sz="1400" b="0" i="0" u="none" strike="noStrike" cap="none" baseline="0" dirty="0" err="1" smtClean="0">
                          <a:solidFill>
                            <a:schemeClr val="tx1"/>
                          </a:solidFill>
                          <a:latin typeface="Berlin Sans FB" pitchFamily="34" charset="0"/>
                          <a:ea typeface="+mn-ea"/>
                          <a:cs typeface="+mn-cs"/>
                          <a:sym typeface="Arial"/>
                        </a:rPr>
                        <a:t>Aabs</a:t>
                      </a:r>
                      <a:r>
                        <a:rPr lang="en-US" sz="1400" b="0" i="0" u="none" strike="noStrike" cap="none" baseline="0" dirty="0" smtClean="0">
                          <a:solidFill>
                            <a:schemeClr val="tx1"/>
                          </a:solidFill>
                          <a:latin typeface="Berlin Sans FB" pitchFamily="34" charset="0"/>
                          <a:ea typeface="+mn-ea"/>
                          <a:cs typeface="+mn-cs"/>
                          <a:sym typeface="Arial"/>
                        </a:rPr>
                        <a:t>): It is the total area receiving the concentrated radiation. It is also the area from which useful energy is delivered to the system. </a:t>
                      </a:r>
                      <a:endParaRPr lang="en-US" sz="1400" dirty="0">
                        <a:latin typeface="Berlin Sans FB" pitchFamily="34" charset="0"/>
                      </a:endParaRPr>
                    </a:p>
                  </a:txBody>
                  <a:tcPr/>
                </a:tc>
                <a:tc>
                  <a:txBody>
                    <a:bodyPr/>
                    <a:lstStyle/>
                    <a:p>
                      <a:r>
                        <a:rPr lang="en-US" sz="1400" b="0" i="0" u="none" strike="noStrike" cap="none" baseline="0" dirty="0" smtClean="0">
                          <a:solidFill>
                            <a:schemeClr val="tx1"/>
                          </a:solidFill>
                          <a:latin typeface="Berlin Sans FB" pitchFamily="34" charset="0"/>
                          <a:ea typeface="+mn-ea"/>
                          <a:cs typeface="+mn-cs"/>
                          <a:sym typeface="Arial"/>
                        </a:rPr>
                        <a:t>Intercept factor (Y): It is the fraction of focused energy intercepted by the absorber of a given size. For a typical concentrator receiver design 29 its value depends on the size of absorber generally is has a value greater than 0.9. However if the radiation is normal to the aperture, its value is 1. </a:t>
                      </a:r>
                      <a:endParaRPr lang="en-US" sz="1400" dirty="0">
                        <a:latin typeface="Berlin Sans FB" pitchFamily="34" charset="0"/>
                      </a:endParaRPr>
                    </a:p>
                  </a:txBody>
                  <a:tcPr/>
                </a:tc>
              </a:tr>
              <a:tr h="1278723">
                <a:tc>
                  <a:txBody>
                    <a:bodyPr/>
                    <a:lstStyle/>
                    <a:p>
                      <a:r>
                        <a:rPr lang="en-US" sz="1400" b="0" i="0" u="none" strike="noStrike" cap="none" baseline="0" dirty="0" smtClean="0">
                          <a:solidFill>
                            <a:schemeClr val="tx1"/>
                          </a:solidFill>
                          <a:latin typeface="Berlin Sans FB" pitchFamily="34" charset="0"/>
                          <a:ea typeface="+mn-ea"/>
                          <a:cs typeface="+mn-cs"/>
                          <a:sym typeface="Arial"/>
                        </a:rPr>
                        <a:t>Acceptance Angle (2ɵc): It is the limiting angle over which incident ray path may deviate from normal to the aperture plane and still reach the absorber. Concentrators with large acceptance angle need to be moved on seasonally while concentrators with smaller acceptance angle need to be moved continuously to track the sun. </a:t>
                      </a:r>
                      <a:endParaRPr lang="en-US" sz="1400" dirty="0">
                        <a:latin typeface="Berlin Sans FB" pitchFamily="34" charset="0"/>
                      </a:endParaRPr>
                    </a:p>
                  </a:txBody>
                  <a:tcPr/>
                </a:tc>
                <a:tc>
                  <a:txBody>
                    <a:bodyPr/>
                    <a:lstStyle/>
                    <a:p>
                      <a:r>
                        <a:rPr lang="en-US" sz="1400" b="0" i="0" u="none" strike="noStrike" cap="none" baseline="0" dirty="0" smtClean="0">
                          <a:solidFill>
                            <a:schemeClr val="tx1"/>
                          </a:solidFill>
                          <a:latin typeface="Berlin Sans FB" pitchFamily="34" charset="0"/>
                          <a:ea typeface="+mn-ea"/>
                          <a:cs typeface="+mn-cs"/>
                          <a:sym typeface="Arial"/>
                        </a:rPr>
                        <a:t>Collector (Thermal) Efficiency (</a:t>
                      </a:r>
                      <a:r>
                        <a:rPr lang="en-US" sz="1400" b="0" i="0" u="none" strike="noStrike" cap="none" baseline="0" dirty="0" err="1" smtClean="0">
                          <a:solidFill>
                            <a:schemeClr val="tx1"/>
                          </a:solidFill>
                          <a:latin typeface="Berlin Sans FB" pitchFamily="34" charset="0"/>
                          <a:ea typeface="+mn-ea"/>
                          <a:cs typeface="+mn-cs"/>
                          <a:sym typeface="Arial"/>
                        </a:rPr>
                        <a:t>ƞc</a:t>
                      </a:r>
                      <a:r>
                        <a:rPr lang="en-US" sz="1400" b="0" i="0" u="none" strike="noStrike" cap="none" baseline="0" dirty="0" smtClean="0">
                          <a:solidFill>
                            <a:schemeClr val="tx1"/>
                          </a:solidFill>
                          <a:latin typeface="Berlin Sans FB" pitchFamily="34" charset="0"/>
                          <a:ea typeface="+mn-ea"/>
                          <a:cs typeface="+mn-cs"/>
                          <a:sym typeface="Arial"/>
                        </a:rPr>
                        <a:t>): It is the ratio of the useful energy delivered to the absorber to the energy incident on the aperture. </a:t>
                      </a:r>
                      <a:endParaRPr lang="en-US" sz="1400" dirty="0">
                        <a:latin typeface="Berlin Sans FB" pitchFamily="34" charset="0"/>
                      </a:endParaRPr>
                    </a:p>
                  </a:txBody>
                  <a:tcPr/>
                </a:tc>
              </a:tr>
              <a:tr h="1278723">
                <a:tc>
                  <a:txBody>
                    <a:bodyPr/>
                    <a:lstStyle/>
                    <a:p>
                      <a:r>
                        <a:rPr lang="en-US" sz="1400" b="0" i="0" u="none" strike="noStrike" cap="none" baseline="0" dirty="0" smtClean="0">
                          <a:solidFill>
                            <a:schemeClr val="tx1"/>
                          </a:solidFill>
                          <a:latin typeface="Berlin Sans FB" pitchFamily="34" charset="0"/>
                          <a:ea typeface="+mn-ea"/>
                          <a:cs typeface="+mn-cs"/>
                          <a:sym typeface="Arial"/>
                        </a:rPr>
                        <a:t>Geometric Concentrating Ratio (CR): It is the ratio of effective area of the aperture to the surface area of the absorber. Value of concentrating ratio varies from 1 (limiting value for a flat plate collector) to few thousand (for a parabolic collector). </a:t>
                      </a:r>
                      <a:endParaRPr lang="en-US" sz="1400" dirty="0">
                        <a:latin typeface="Berlin Sans FB" pitchFamily="34" charset="0"/>
                      </a:endParaRPr>
                    </a:p>
                  </a:txBody>
                  <a:tcPr/>
                </a:tc>
                <a:tc>
                  <a:txBody>
                    <a:bodyPr/>
                    <a:lstStyle/>
                    <a:p>
                      <a:r>
                        <a:rPr lang="en-US" sz="1400" b="0" i="0" u="none" strike="noStrike" cap="none" baseline="0" dirty="0" smtClean="0">
                          <a:solidFill>
                            <a:schemeClr val="tx1"/>
                          </a:solidFill>
                          <a:latin typeface="Berlin Sans FB" pitchFamily="34" charset="0"/>
                          <a:ea typeface="+mn-ea"/>
                          <a:cs typeface="+mn-cs"/>
                          <a:sym typeface="Arial"/>
                        </a:rPr>
                        <a:t>Optical Efficiency (Ƞo): It is defined as the ratio of the energy absorbed by the absorber to that incident on the collector. It includes the effect of mirror surface, shape, transmission losses, tracking accuracy, shading by receiver, absorption and reflection properties, solar beam incident angle. </a:t>
                      </a:r>
                      <a:endParaRPr lang="en-US" sz="1400" dirty="0">
                        <a:latin typeface="Berlin Sans FB" pitchFamily="34" charset="0"/>
                      </a:endParaRPr>
                    </a:p>
                  </a:txBody>
                  <a:tcPr/>
                </a:tc>
              </a:tr>
            </a:tbl>
          </a:graphicData>
        </a:graphic>
      </p:graphicFrame>
    </p:spTree>
    <p:extLst>
      <p:ext uri="{BB962C8B-B14F-4D97-AF65-F5344CB8AC3E}">
        <p14:creationId xmlns:p14="http://schemas.microsoft.com/office/powerpoint/2010/main" val="35759160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latin typeface="Berlin Sans FB" pitchFamily="34" charset="0"/>
              </a:rPr>
              <a:t>Performance Analysis</a:t>
            </a:r>
            <a:endParaRPr lang="en-US" dirty="0">
              <a:solidFill>
                <a:schemeClr val="tx1"/>
              </a:solidFill>
              <a:latin typeface="Berlin Sans FB" pitchFamily="34" charset="0"/>
            </a:endParaRPr>
          </a:p>
        </p:txBody>
      </p:sp>
      <p:sp>
        <p:nvSpPr>
          <p:cNvPr id="3" name="Text Placeholder 2"/>
          <p:cNvSpPr>
            <a:spLocks noGrp="1"/>
          </p:cNvSpPr>
          <p:nvPr>
            <p:ph type="body" idx="1"/>
          </p:nvPr>
        </p:nvSpPr>
        <p:spPr>
          <a:xfrm>
            <a:off x="609600" y="1219200"/>
            <a:ext cx="8935755" cy="4899308"/>
          </a:xfrm>
        </p:spPr>
        <p:txBody>
          <a:bodyPr/>
          <a:lstStyle/>
          <a:p>
            <a:pPr marL="59604" indent="0">
              <a:buNone/>
            </a:pPr>
            <a:endParaRPr lang="en-US" sz="2000" dirty="0">
              <a:latin typeface="Berlin Sans FB" pitchFamily="34" charset="0"/>
            </a:endParaRPr>
          </a:p>
        </p:txBody>
      </p:sp>
    </p:spTree>
    <p:extLst>
      <p:ext uri="{BB962C8B-B14F-4D97-AF65-F5344CB8AC3E}">
        <p14:creationId xmlns:p14="http://schemas.microsoft.com/office/powerpoint/2010/main" val="26229133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latin typeface="Berlin Sans FB" pitchFamily="34" charset="0"/>
              </a:rPr>
              <a:t>Components involved</a:t>
            </a:r>
            <a:endParaRPr lang="en-US" dirty="0">
              <a:solidFill>
                <a:schemeClr val="tx1"/>
              </a:solidFill>
              <a:latin typeface="Berlin Sans FB" pitchFamily="34" charset="0"/>
            </a:endParaRPr>
          </a:p>
        </p:txBody>
      </p:sp>
      <p:sp>
        <p:nvSpPr>
          <p:cNvPr id="3" name="Text Placeholder 2"/>
          <p:cNvSpPr>
            <a:spLocks noGrp="1"/>
          </p:cNvSpPr>
          <p:nvPr>
            <p:ph type="body" idx="1"/>
          </p:nvPr>
        </p:nvSpPr>
        <p:spPr>
          <a:xfrm>
            <a:off x="609600" y="1219200"/>
            <a:ext cx="8935755" cy="4899308"/>
          </a:xfrm>
        </p:spPr>
        <p:txBody>
          <a:bodyPr/>
          <a:lstStyle/>
          <a:p>
            <a:pPr marL="59604" indent="0">
              <a:buNone/>
            </a:pPr>
            <a:r>
              <a:rPr lang="en-US" sz="2400" dirty="0">
                <a:latin typeface="Berlin Sans FB" pitchFamily="34" charset="0"/>
              </a:rPr>
              <a:t>The main component of the experimental setup and the constructional detail of the setup are described below: </a:t>
            </a:r>
            <a:endParaRPr lang="en-US" sz="2400" dirty="0" smtClean="0">
              <a:latin typeface="Berlin Sans FB" pitchFamily="34" charset="0"/>
            </a:endParaRPr>
          </a:p>
          <a:p>
            <a:pPr marL="516804" indent="-457200">
              <a:buFont typeface="+mj-lt"/>
              <a:buAutoNum type="arabicPeriod"/>
            </a:pPr>
            <a:r>
              <a:rPr lang="en-US" sz="2400" dirty="0" smtClean="0">
                <a:latin typeface="Berlin Sans FB" pitchFamily="34" charset="0"/>
              </a:rPr>
              <a:t>Parabolic </a:t>
            </a:r>
            <a:r>
              <a:rPr lang="en-US" sz="2400" dirty="0">
                <a:latin typeface="Berlin Sans FB" pitchFamily="34" charset="0"/>
              </a:rPr>
              <a:t>Trough </a:t>
            </a:r>
            <a:endParaRPr lang="en-US" sz="2400" dirty="0" smtClean="0">
              <a:latin typeface="Berlin Sans FB" pitchFamily="34" charset="0"/>
            </a:endParaRPr>
          </a:p>
          <a:p>
            <a:pPr marL="516804" indent="-457200">
              <a:buFont typeface="+mj-lt"/>
              <a:buAutoNum type="arabicPeriod"/>
            </a:pPr>
            <a:r>
              <a:rPr lang="en-US" sz="2400" dirty="0" smtClean="0">
                <a:latin typeface="Berlin Sans FB" pitchFamily="34" charset="0"/>
              </a:rPr>
              <a:t>Collector </a:t>
            </a:r>
            <a:r>
              <a:rPr lang="en-US" sz="2400" dirty="0">
                <a:latin typeface="Berlin Sans FB" pitchFamily="34" charset="0"/>
              </a:rPr>
              <a:t>Plates </a:t>
            </a:r>
            <a:endParaRPr lang="en-US" sz="2400" dirty="0" smtClean="0">
              <a:latin typeface="Berlin Sans FB" pitchFamily="34" charset="0"/>
            </a:endParaRPr>
          </a:p>
          <a:p>
            <a:pPr marL="516804" indent="-457200">
              <a:buFont typeface="+mj-lt"/>
              <a:buAutoNum type="arabicPeriod"/>
            </a:pPr>
            <a:r>
              <a:rPr lang="en-US" sz="2400" dirty="0" smtClean="0">
                <a:latin typeface="Berlin Sans FB" pitchFamily="34" charset="0"/>
              </a:rPr>
              <a:t>Copper </a:t>
            </a:r>
            <a:r>
              <a:rPr lang="en-US" sz="2400" dirty="0">
                <a:latin typeface="Berlin Sans FB" pitchFamily="34" charset="0"/>
              </a:rPr>
              <a:t>Tubes </a:t>
            </a:r>
            <a:endParaRPr lang="en-US" sz="2400" dirty="0" smtClean="0">
              <a:latin typeface="Berlin Sans FB" pitchFamily="34" charset="0"/>
            </a:endParaRPr>
          </a:p>
          <a:p>
            <a:pPr marL="516804" indent="-457200">
              <a:buFont typeface="+mj-lt"/>
              <a:buAutoNum type="arabicPeriod"/>
            </a:pPr>
            <a:r>
              <a:rPr lang="en-US" sz="2400" dirty="0" smtClean="0">
                <a:latin typeface="Berlin Sans FB" pitchFamily="34" charset="0"/>
              </a:rPr>
              <a:t>Glass </a:t>
            </a:r>
            <a:r>
              <a:rPr lang="en-US" sz="2400" dirty="0">
                <a:latin typeface="Berlin Sans FB" pitchFamily="34" charset="0"/>
              </a:rPr>
              <a:t>Cover </a:t>
            </a:r>
            <a:endParaRPr lang="en-US" sz="2400" dirty="0" smtClean="0">
              <a:latin typeface="Berlin Sans FB" pitchFamily="34" charset="0"/>
            </a:endParaRPr>
          </a:p>
          <a:p>
            <a:pPr marL="516804" indent="-457200">
              <a:buFont typeface="+mj-lt"/>
              <a:buAutoNum type="arabicPeriod"/>
            </a:pPr>
            <a:r>
              <a:rPr lang="en-US" sz="2400" dirty="0" smtClean="0">
                <a:latin typeface="Berlin Sans FB" pitchFamily="34" charset="0"/>
              </a:rPr>
              <a:t>Focusing </a:t>
            </a:r>
            <a:r>
              <a:rPr lang="en-US" sz="2400" dirty="0">
                <a:latin typeface="Berlin Sans FB" pitchFamily="34" charset="0"/>
              </a:rPr>
              <a:t>Mirror </a:t>
            </a:r>
            <a:endParaRPr lang="en-US" sz="2400" dirty="0" smtClean="0">
              <a:latin typeface="Berlin Sans FB" pitchFamily="34" charset="0"/>
            </a:endParaRPr>
          </a:p>
          <a:p>
            <a:pPr marL="516804" indent="-457200">
              <a:buFont typeface="+mj-lt"/>
              <a:buAutoNum type="arabicPeriod"/>
            </a:pPr>
            <a:r>
              <a:rPr lang="en-US" sz="2400" dirty="0" smtClean="0">
                <a:latin typeface="Berlin Sans FB" pitchFamily="34" charset="0"/>
              </a:rPr>
              <a:t>Thermocouple </a:t>
            </a:r>
            <a:endParaRPr lang="en-US" sz="2400" dirty="0">
              <a:latin typeface="Berlin Sans FB" pitchFamily="34" charset="0"/>
            </a:endParaRPr>
          </a:p>
        </p:txBody>
      </p:sp>
    </p:spTree>
    <p:extLst>
      <p:ext uri="{BB962C8B-B14F-4D97-AF65-F5344CB8AC3E}">
        <p14:creationId xmlns:p14="http://schemas.microsoft.com/office/powerpoint/2010/main" val="41975415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latin typeface="Berlin Sans FB" pitchFamily="34" charset="0"/>
              </a:rPr>
              <a:t>Applications</a:t>
            </a:r>
            <a:endParaRPr lang="en-US" dirty="0">
              <a:solidFill>
                <a:schemeClr val="tx1"/>
              </a:solidFill>
              <a:latin typeface="Berlin Sans FB" pitchFamily="34" charset="0"/>
            </a:endParaRPr>
          </a:p>
        </p:txBody>
      </p:sp>
      <p:sp>
        <p:nvSpPr>
          <p:cNvPr id="3" name="Text Placeholder 2"/>
          <p:cNvSpPr>
            <a:spLocks noGrp="1"/>
          </p:cNvSpPr>
          <p:nvPr>
            <p:ph type="body" idx="1"/>
          </p:nvPr>
        </p:nvSpPr>
        <p:spPr>
          <a:xfrm>
            <a:off x="609600" y="1219200"/>
            <a:ext cx="8935755" cy="4899308"/>
          </a:xfrm>
        </p:spPr>
        <p:txBody>
          <a:bodyPr/>
          <a:lstStyle/>
          <a:p>
            <a:pPr marL="59604" indent="0">
              <a:buNone/>
            </a:pPr>
            <a:endParaRPr lang="en-US" sz="2000" dirty="0">
              <a:latin typeface="Berlin Sans FB" pitchFamily="34" charset="0"/>
            </a:endParaRPr>
          </a:p>
        </p:txBody>
      </p:sp>
    </p:spTree>
    <p:extLst>
      <p:ext uri="{BB962C8B-B14F-4D97-AF65-F5344CB8AC3E}">
        <p14:creationId xmlns:p14="http://schemas.microsoft.com/office/powerpoint/2010/main" val="1234496449"/>
      </p:ext>
    </p:extLst>
  </p:cSld>
  <p:clrMapOvr>
    <a:masterClrMapping/>
  </p:clrMapOvr>
  <p:timing>
    <p:tnLst>
      <p:par>
        <p:cTn id="1" dur="indefinite" restart="never" nodeType="tmRoot"/>
      </p:par>
    </p:tnLst>
  </p:timing>
</p:sld>
</file>

<file path=ppt/theme/theme1.xml><?xml version="1.0" encoding="utf-8"?>
<a:theme xmlns:a="http://schemas.openxmlformats.org/drawingml/2006/main" name="Exp 1 - Clutch">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6_Custom Design">
  <a:themeElements>
    <a:clrScheme name="Custom 2">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C00000"/>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Exp 1 - Clutch</Template>
  <TotalTime>54</TotalTime>
  <Words>742</Words>
  <Application>Microsoft Office PowerPoint</Application>
  <PresentationFormat>A4 Paper (210x297 mm)</PresentationFormat>
  <Paragraphs>33</Paragraphs>
  <Slides>9</Slides>
  <Notes>0</Notes>
  <HiddenSlides>0</HiddenSlides>
  <MMClips>0</MMClips>
  <ScaleCrop>false</ScaleCrop>
  <HeadingPairs>
    <vt:vector size="4" baseType="variant">
      <vt:variant>
        <vt:lpstr>Theme</vt:lpstr>
      </vt:variant>
      <vt:variant>
        <vt:i4>2</vt:i4>
      </vt:variant>
      <vt:variant>
        <vt:lpstr>Slide Titles</vt:lpstr>
      </vt:variant>
      <vt:variant>
        <vt:i4>9</vt:i4>
      </vt:variant>
    </vt:vector>
  </HeadingPairs>
  <TitlesOfParts>
    <vt:vector size="11" baseType="lpstr">
      <vt:lpstr>Exp 1 - Clutch</vt:lpstr>
      <vt:lpstr>6_Custom Design</vt:lpstr>
      <vt:lpstr>Performance Analysis of Parabolic Trough Collector</vt:lpstr>
      <vt:lpstr>Introduction</vt:lpstr>
      <vt:lpstr>Purpose</vt:lpstr>
      <vt:lpstr>Principle</vt:lpstr>
      <vt:lpstr>Construction</vt:lpstr>
      <vt:lpstr>Parameters</vt:lpstr>
      <vt:lpstr>Performance Analysis</vt:lpstr>
      <vt:lpstr>Components involved</vt:lpstr>
      <vt:lpstr>Applications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Performance of Parabolic Trough Collector</dc:title>
  <dc:creator>Admin</dc:creator>
  <cp:lastModifiedBy>Admin</cp:lastModifiedBy>
  <cp:revision>7</cp:revision>
  <dcterms:created xsi:type="dcterms:W3CDTF">2023-03-02T19:23:04Z</dcterms:created>
  <dcterms:modified xsi:type="dcterms:W3CDTF">2023-03-03T04:04:57Z</dcterms:modified>
</cp:coreProperties>
</file>